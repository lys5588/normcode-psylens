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t>演示文稿标题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t>副标题文本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t>演讲者姓名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幻灯片标题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要点一：核心内容描述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要点二：支持性论述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要点三：关键数据或案例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要点四：总结性陈述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关键要点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核心发现一：重要结论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核心发现二：关键洞察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t>核心发现三：行动建议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solidFill>
            <a:srgbClr val="E8F4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💡 下一步行动建议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幻灯片标题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要点一：核心内容描述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要点二：支持性论述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要点三：关键数据或案例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t>要点四：总结性陈述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方案A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优势三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t>方案B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▸ 特点三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欢迎提出您的问题和想法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t>联系方式: 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