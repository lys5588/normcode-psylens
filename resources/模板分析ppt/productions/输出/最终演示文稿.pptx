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rPr/>
              <a:t>规范化推理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rPr/>
              <a:t>可审计推理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rPr/>
              <a:t>上下文隔离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/>
              <a:t>NormCode：可审计推理框架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rPr/>
              <a:t>破除黑箱：可检查、可追溯、可验证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结构化推理：多步骤逻辑流程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显式管控：上下文隔离与执行记录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合规就绪：适配金融与法律场景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/>
              <a:t>NormCode规范化推理框架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601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rPr/>
              <a:t>拆解为结构化推理流程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601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rPr/>
              <a:t>强制实施显式上下文隔离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13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9601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rPr/>
              <a:t>全程留存完整执行记录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solidFill>
            <a:srgbClr val="E8F4FD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/>
              <a:t>降低推理风险，提升透明度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/>
              <a:t>核心创始人：关心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rPr/>
              <a:t>源自牛津、中科院等多所顶尖高校；硕博团队深耕规范性推理（Normative Reasoning）与AI治理；完成NormCode框架原型验证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/>
              <a:t>政企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rPr/>
              <a:t>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rPr/>
              <a:t>模块化集成，零模型替换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rPr/>
              <a:t>政企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rPr/>
              <a:t>金融合规法律合规企业决策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754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/>
              <a:t>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/>
              <a:t>可审计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/>
              <a:t>加快湾区验证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C8DCFF"/>
                </a:solidFill>
              </a:defRPr>
            </a:pPr>
            <a:r>
              <a:rPr/>
              <a:t>NormCode：价值理念可表达、可记录、可执行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