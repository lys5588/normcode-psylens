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8D4"/>
                </a:solidFill>
              </a:defRPr>
            </a:pPr>
            <a:r>
              <a:t>演示文稿标题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t>副标题文本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演讲者姓名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幻灯片标题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要点一：核心内容描述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要点二：支持性论述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要点三：关键数据或案例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要点四：总结性陈述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方案A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优势一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优势二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优势三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方案B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特点一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特点二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特点三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27432" cy="4754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图表展示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solidFill>
            <a:srgbClr val="F8F8F8"/>
          </a:solidFill>
          <a:ln>
            <a:solidFill>
              <a:srgbClr val="C8C8C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t>📊 图表/图片区域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888888"/>
                </a:solidFill>
              </a:defRPr>
            </a:pPr>
            <a:r>
              <a:t>图片说明文字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关键要点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t>核心发现一：重要结论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16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t>核心发现二：关键洞察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13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862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t>核心发现三：行动建议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solidFill>
            <a:srgbClr val="E8F4FD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💡 下一步行动建议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问题与讨论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欢迎提出您的问题和想法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0352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F"/>
                </a:solidFill>
              </a:defRPr>
            </a:pPr>
            <a:r>
              <a:t>联系方式: email@example.com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