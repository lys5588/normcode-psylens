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78D4"/>
                </a:solidFill>
              </a:defRPr>
            </a:pPr>
            <a:r>
              <a:t>演示文稿标题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88888"/>
                </a:solidFill>
              </a:defRPr>
            </a:pPr>
            <a:r>
              <a:t>副标题文本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88888"/>
                </a:solidFill>
              </a:defRPr>
            </a:pPr>
            <a:r>
              <a:t>演讲者姓名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幻灯片标题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444444"/>
                </a:solidFill>
              </a:defRPr>
            </a:pPr>
            <a:r>
              <a:t>要点一：核心内容描述</a:t>
            </a:r>
          </a:p>
          <a:p>
            <a:pPr>
              <a:spcAft>
                <a:spcPts val="1800"/>
              </a:spcAft>
              <a:defRPr sz="2200">
                <a:solidFill>
                  <a:srgbClr val="444444"/>
                </a:solidFill>
              </a:defRPr>
            </a:pPr>
            <a:r>
              <a:t>要点二：支持性论述</a:t>
            </a:r>
          </a:p>
          <a:p>
            <a:pPr>
              <a:spcAft>
                <a:spcPts val="1800"/>
              </a:spcAft>
              <a:defRPr sz="2200">
                <a:solidFill>
                  <a:srgbClr val="444444"/>
                </a:solidFill>
              </a:defRPr>
            </a:pPr>
            <a:r>
              <a:t>要点三：关键数据或案例</a:t>
            </a:r>
          </a:p>
          <a:p>
            <a:pPr>
              <a:spcAft>
                <a:spcPts val="1800"/>
              </a:spcAft>
              <a:defRPr sz="2200">
                <a:solidFill>
                  <a:srgbClr val="444444"/>
                </a:solidFill>
              </a:defRPr>
            </a:pPr>
            <a:r>
              <a:t>要点四：总结性陈述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对比分析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方案A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44444"/>
                </a:solidFill>
              </a:defRPr>
            </a:pPr>
            <a:r>
              <a:t>▸ 优势一</a:t>
            </a:r>
          </a:p>
          <a:p>
            <a:pPr>
              <a:spcAft>
                <a:spcPts val="1200"/>
              </a:spcAft>
              <a:defRPr sz="1800">
                <a:solidFill>
                  <a:srgbClr val="444444"/>
                </a:solidFill>
              </a:defRPr>
            </a:pPr>
            <a:r>
              <a:t>▸ 优势二</a:t>
            </a:r>
          </a:p>
          <a:p>
            <a:pPr>
              <a:spcAft>
                <a:spcPts val="1200"/>
              </a:spcAft>
              <a:defRPr sz="1800">
                <a:solidFill>
                  <a:srgbClr val="444444"/>
                </a:solidFill>
              </a:defRPr>
            </a:pPr>
            <a:r>
              <a:t>▸ 优势三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方案B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44444"/>
                </a:solidFill>
              </a:defRPr>
            </a:pPr>
            <a:r>
              <a:t>▸ 特点一</a:t>
            </a:r>
          </a:p>
          <a:p>
            <a:pPr>
              <a:spcAft>
                <a:spcPts val="1200"/>
              </a:spcAft>
              <a:defRPr sz="1800">
                <a:solidFill>
                  <a:srgbClr val="444444"/>
                </a:solidFill>
              </a:defRPr>
            </a:pPr>
            <a:r>
              <a:t>▸ 特点二</a:t>
            </a:r>
          </a:p>
          <a:p>
            <a:pPr>
              <a:spcAft>
                <a:spcPts val="1200"/>
              </a:spcAft>
              <a:defRPr sz="1800">
                <a:solidFill>
                  <a:srgbClr val="444444"/>
                </a:solidFill>
              </a:defRPr>
            </a:pPr>
            <a:r>
              <a:t>▸ 特点三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371600"/>
            <a:ext cx="27432" cy="4754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图表展示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solidFill>
            <a:srgbClr val="F8F8F8"/>
          </a:solidFill>
          <a:ln>
            <a:solidFill>
              <a:srgbClr val="C8C8C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88888"/>
                </a:solidFill>
              </a:defRPr>
            </a:pPr>
            <a:r>
              <a:t>📊 图表/图片区域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888888"/>
                </a:solidFill>
              </a:defRPr>
            </a:pPr>
            <a:r>
              <a:t>图片说明文字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关键要点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1907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9164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444444"/>
                </a:solidFill>
              </a:defRPr>
            </a:pPr>
            <a:r>
              <a:t>核心发现一：重要结论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74320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163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8892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444444"/>
                </a:solidFill>
              </a:defRPr>
            </a:pPr>
            <a:r>
              <a:t>核心发现二：关键洞察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136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88620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444444"/>
                </a:solidFill>
              </a:defRPr>
            </a:pPr>
            <a:r>
              <a:t>核心发现三：行动建议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303520"/>
            <a:ext cx="10728655" cy="731520"/>
          </a:xfrm>
          <a:prstGeom prst="rect">
            <a:avLst/>
          </a:prstGeom>
          <a:solidFill>
            <a:srgbClr val="E8F4FD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4406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44444"/>
                </a:solidFill>
              </a:defRPr>
            </a:pPr>
            <a:r>
              <a:t>💡 下一步行动建议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t>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问题与讨论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93192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欢迎提出您的问题和想法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303520"/>
            <a:ext cx="12191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DCFF"/>
                </a:solidFill>
              </a:defRPr>
            </a:pPr>
            <a:r>
              <a:t>联系方式: email@example.com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