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739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8D4"/>
                </a:solidFill>
              </a:defRPr>
            </a:pPr>
            <a:r>
              <a:rPr>
                <a:solidFill/>
              </a:rPr>
              <a:t>演示文稿标题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rPr>
                <a:solidFill/>
              </a:rPr>
              <a:t>副标题文本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8888"/>
                </a:solidFill>
              </a:defRPr>
            </a:pPr>
            <a:r>
              <a:rPr>
                <a:solidFill/>
              </a:rPr>
              <a:t>演讲者姓名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幻灯片标题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rPr>
                <a:solidFill/>
              </a:rPr>
              <a:t>要点一：核心内容描述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rPr>
                <a:solidFill/>
              </a:rPr>
              <a:t>要点二：支持性论述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rPr>
                <a:solidFill/>
              </a:rPr>
              <a:t>要点三：关键数据或案例</a:t>
            </a:r>
          </a:p>
          <a:p>
            <a:pPr>
              <a:spcAft>
                <a:spcPts val="1800"/>
              </a:spcAft>
              <a:defRPr sz="2200">
                <a:solidFill>
                  <a:srgbClr val="444444"/>
                </a:solidFill>
              </a:defRPr>
            </a:pPr>
            <a:r>
              <a:rPr>
                <a:solidFill/>
              </a:rPr>
              <a:t>要点四：总结性陈述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rPr>
                <a:solidFill/>
              </a:rPr>
              <a:t>方案A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rPr>
                <a:solidFill/>
              </a:rPr>
              <a:t>▸ 优势一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rPr>
                <a:solidFill/>
              </a:rPr>
              <a:t>▸ 优势二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rPr>
                <a:solidFill/>
              </a:rPr>
              <a:t>▸ 优势三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8D4"/>
                </a:solidFill>
              </a:defRPr>
            </a:pPr>
            <a:r>
              <a:rPr>
                <a:solidFill/>
              </a:rPr>
              <a:t>方案B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rPr>
                <a:solidFill/>
              </a:rPr>
              <a:t>▸ 特点一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rPr>
                <a:solidFill/>
              </a:rPr>
              <a:t>▸ 特点二</a:t>
            </a:r>
          </a:p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rPr>
                <a:solidFill/>
              </a:rPr>
              <a:t>▸ 特点三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371600"/>
            <a:ext cx="27432" cy="4754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图表展示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solidFill>
            <a:srgbClr val="F8F8F8"/>
          </a:solidFill>
          <a:ln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8888"/>
                </a:solidFill>
              </a:defRPr>
            </a:pPr>
            <a:r>
              <a:rPr>
                <a:solidFill/>
              </a:rPr>
              <a:t>📊 图表/图片区域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888888"/>
                </a:solidFill>
              </a:defRPr>
            </a:pPr>
            <a:r>
              <a:rPr>
                <a:solidFill/>
              </a:rPr>
              <a:t>图片说明文字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>
                <a:solidFill/>
              </a:rPr>
              <a:t>关键要点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rPr>
                <a:solidFill/>
              </a:rPr>
              <a:t>核心发现一：重要结论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rPr>
                <a:solidFill/>
              </a:rPr>
              <a:t>核心发现二：关键洞察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13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8862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44444"/>
                </a:solidFill>
              </a:defRPr>
            </a:pPr>
            <a:r>
              <a:rPr>
                <a:solidFill/>
              </a:rPr>
              <a:t>核心发现三：行动建议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solidFill>
            <a:srgbClr val="E8F4FD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rPr>
                <a:solidFill/>
              </a:rPr>
              <a:t>💡 下一步行动建议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rPr>
                <a:solidFill/>
              </a:rPr>
              <a:t>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>
                <a:solidFill/>
              </a:rPr>
              <a:t>问题与讨论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>
                <a:solidFill/>
              </a:rPr>
              <a:t>欢迎提出您的问题和想法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F"/>
                </a:solidFill>
              </a:defRPr>
            </a:pPr>
            <a:r>
              <a:rPr>
                <a:solidFill/>
              </a:rPr>
              <a:t>联系方式: email@example.com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Xin Guan</cp:lastModifiedBy>
  <cp:revision>1</cp:revision>
  <dcterms:created xsi:type="dcterms:W3CDTF">2013-01-27T09:14:16Z</dcterms:created>
  <dcterms:modified xsi:type="dcterms:W3CDTF">2026-02-06T15:32:25Z</dcterms:modified>
  <cp:category/>
</cp:coreProperties>
</file>