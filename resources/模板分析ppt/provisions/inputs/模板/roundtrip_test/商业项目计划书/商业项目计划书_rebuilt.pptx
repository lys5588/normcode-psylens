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 id="2147483693" r:id="rId3"/>
  </p:sldMasterIdLst>
  <p:notesMasterIdLst>
    <p:notesMasterId r:id="rId12"/>
  </p:notesMasterIdLst>
  <p:sldIdLst>
    <p:sldId id="256" r:id="rId10"/>
    <p:sldId id="257" r:id="rId11"/>
    <p:sldId id="258" r:id="rId9"/>
    <p:sldId id="259" r:id="rId8"/>
    <p:sldId id="260" r:id="rId7"/>
    <p:sldId id="261" r:id="rId6"/>
    <p:sldId id="262" r:id="rId5"/>
    <p:sldId id="263" r:id="rId4"/>
  </p:sldIdLst>
  <p:sldSz cx="12192000" cy="6858000"/>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1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8B60"/>
    <a:srgbClr val="F7C0A5"/>
    <a:srgbClr val="926448"/>
    <a:srgbClr val="CAADAD"/>
    <a:srgbClr val="FAC3A9"/>
    <a:srgbClr val="DCD1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6331" autoAdjust="0"/>
  </p:normalViewPr>
  <p:slideViewPr>
    <p:cSldViewPr snapToGrid="0" showGuides="1">
      <p:cViewPr varScale="1">
        <p:scale>
          <a:sx n="105" d="100"/>
          <a:sy n="105" d="100"/>
        </p:scale>
        <p:origin x="421" y="103"/>
      </p:cViewPr>
      <p:guideLst>
        <p:guide orient="horz" pos="261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notesMaster" Target="notesMasters/notes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2DCDB-B2D4-4D8F-8AAC-CDCA5954F4B2}" type="datetimeFigureOut">
              <a:rPr lang="zh-CN" altLang="en-US" smtClean="0"/>
              <a:t>2026/2/3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051B5-468E-4E31-BF0F-BBE86D9FCDC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模板来自于：第一PPT https://www.1ppt.com/</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xiazai/"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a:fillRect/>
          </a:stretch>
        </p:blipFill>
        <p:spPr>
          <a:xfrm>
            <a:off x="9762067" y="2530973"/>
            <a:ext cx="1588168" cy="1744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仅标题">
    <p:spTree>
      <p:nvGrpSpPr>
        <p:cNvPr id="1" name=""/>
        <p:cNvGrpSpPr/>
        <p:nvPr/>
      </p:nvGrpSpPr>
      <p:grpSpPr>
        <a:xfrm>
          <a:off x="0" y="0"/>
          <a:ext cx="0" cy="0"/>
          <a:chOff x="0" y="0"/>
          <a:chExt cx="0" cy="0"/>
        </a:xfrm>
      </p:grpSpPr>
      <p:sp>
        <p:nvSpPr>
          <p:cNvPr id="3" name="TextBox 9">
            <a:extLst>
              <a:ext uri="{FF2B5EF4-FFF2-40B4-BE49-F238E27FC236}">
                <a16:creationId xmlns:a16="http://schemas.microsoft.com/office/drawing/2014/main" id="{04620744-C876-D0FD-2126-564D3812B55B}"/>
              </a:ext>
            </a:extLst>
          </p:cNvPr>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1441900883"/>
      </p:ext>
    </p:extLst>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a:fillRect/>
          </a:stretch>
        </p:blipFill>
        <p:spPr>
          <a:xfrm>
            <a:off x="9762067" y="2530973"/>
            <a:ext cx="1588168" cy="1744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3820978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823954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7041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781F4-5367-41D2-8042-545803B86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92" r:id="rId15"/>
  </p:sldLayoutIdLst>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781F4-5367-41D2-8042-545803B86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74786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jp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image.png"/>
          <p:cNvPicPr>
            <a:picLocks noChangeAspect="1"/>
          </p:cNvPicPr>
          <p:nvPr/>
        </p:nvPicPr>
        <p:blipFill>
          <a:blip r:embed="rId2"/>
          <a:stretch>
            <a:fillRect/>
          </a:stretch>
        </p:blipFill>
        <p:spPr>
          <a:xfrm>
            <a:off x="112" y="0"/>
            <a:ext cx="12192000" cy="6858000"/>
          </a:xfrm>
          <a:prstGeom prst="rect">
            <a:avLst/>
          </a:prstGeom>
        </p:spPr>
      </p:pic>
      <p:sp>
        <p:nvSpPr>
          <p:cNvPr id="5" name="TextBox 4"/>
          <p:cNvSpPr txBox="1"/>
          <p:nvPr/>
        </p:nvSpPr>
        <p:spPr>
          <a:xfrm>
            <a:off x="1789113" y="2017395"/>
            <a:ext cx="6414770" cy="1168400"/>
          </a:xfrm>
          <a:prstGeom prst="rect">
            <a:avLst/>
          </a:prstGeom>
          <a:noFill/>
        </p:spPr>
        <p:txBody>
          <a:bodyPr wrap="square">
            <a:spAutoFit/>
          </a:bodyPr>
          <a:lstStyle/>
          <a:p>
            <a:pPr/>
            <a:r>
              <a:rPr b="1" sz="7000">
                <a:latin typeface="思源宋体 CN Heavy"/>
              </a:rPr>
              <a:t>商业项目计划书</a:t>
            </a:r>
          </a:p>
        </p:txBody>
      </p:sp>
      <p:sp>
        <p:nvSpPr>
          <p:cNvPr id="14" name="矩形 13"/>
          <p:cNvSpPr/>
          <p:nvPr/>
        </p:nvSpPr>
        <p:spPr>
          <a:xfrm>
            <a:off x="2473008" y="3850640"/>
            <a:ext cx="5046980" cy="506730"/>
          </a:xfrm>
          <a:prstGeom prst="rect">
            <a:avLst/>
          </a:prstGeom>
        </p:spPr>
        <p:txBody>
          <a:bodyPr wrap="square">
            <a:spAutoFit/>
          </a:bodyPr>
          <a:lstStyle/>
          <a:p>
            <a:pPr algn="ctr">
              <a:lnSpc>
                <a:spcPct val="150000"/>
              </a:lnSpc>
              <a:buClr>
                <a:srgbClr val="E24848"/>
              </a:buClr>
            </a:pPr>
            <a:r>
              <a:rPr lang="en-US" altLang="zh-CN" sz="900" noProof="1">
                <a:solidFill>
                  <a:schemeClr val="accent4">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LEnter the description of the above chart here, enter the description of the above chart here, and enter the description of the above chart here.</a:t>
            </a:r>
          </a:p>
        </p:txBody>
      </p:sp>
      <p:grpSp>
        <p:nvGrpSpPr>
          <p:cNvPr id="25" name="组合 24"/>
          <p:cNvGrpSpPr/>
          <p:nvPr/>
        </p:nvGrpSpPr>
        <p:grpSpPr>
          <a:xfrm>
            <a:off x="4200648" y="4715868"/>
            <a:ext cx="1591700" cy="318146"/>
            <a:chOff x="8222965" y="7595340"/>
            <a:chExt cx="3061547" cy="678712"/>
          </a:xfrm>
          <a:gradFill>
            <a:gsLst>
              <a:gs pos="0">
                <a:srgbClr val="805438"/>
              </a:gs>
              <a:gs pos="100000">
                <a:srgbClr val="FBC4AA"/>
              </a:gs>
              <a:gs pos="51000">
                <a:srgbClr val="C18E6C"/>
              </a:gs>
            </a:gsLst>
            <a:lin ang="2700000" scaled="0"/>
          </a:gradFill>
        </p:grpSpPr>
        <p:sp>
          <p:nvSpPr>
            <p:cNvPr id="26" name="圆角矩形 16"/>
            <p:cNvSpPr/>
            <p:nvPr/>
          </p:nvSpPr>
          <p:spPr>
            <a:xfrm>
              <a:off x="8222965" y="7595340"/>
              <a:ext cx="3061547" cy="678712"/>
            </a:xfrm>
            <a:prstGeom prst="roundRect">
              <a:avLst>
                <a:gd name="adj" fmla="val 48214"/>
              </a:avLst>
            </a:prstGeom>
            <a:grpFill/>
            <a:ln w="28575">
              <a:noFill/>
            </a:ln>
            <a:effectLst>
              <a:outerShdw blurRad="381000" dist="127000" dir="5400000" sx="95000" sy="95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rgbClr val="182027"/>
                </a:solidFill>
              </a:endParaRPr>
            </a:p>
          </p:txBody>
        </p:sp>
        <p:sp>
          <p:nvSpPr>
            <p:cNvPr id="27" name="文本框 26"/>
            <p:cNvSpPr txBox="1"/>
            <p:nvPr/>
          </p:nvSpPr>
          <p:spPr>
            <a:xfrm>
              <a:off x="8403269" y="7645778"/>
              <a:ext cx="2735687" cy="587926"/>
            </a:xfrm>
            <a:prstGeom prst="rect">
              <a:avLst/>
            </a:prstGeom>
            <a:noFill/>
          </p:spPr>
          <p:txBody>
            <a:bodyPr wrap="square" rtlCol="0">
              <a:spAutoFit/>
            </a:bodyPr>
            <a:lstStyle/>
            <a:p>
              <a:pPr algn="ctr"/>
              <a:r>
                <a:rPr lang="zh-CN" altLang="en-US" sz="1200" dirty="0">
                  <a:solidFill>
                    <a:schemeClr val="bg1"/>
                  </a:solidFill>
                  <a:latin typeface="阿里巴巴普惠体" panose="00020600040101010101" pitchFamily="18" charset="-122"/>
                  <a:ea typeface="阿里巴巴普惠体" panose="00020600040101010101" pitchFamily="18" charset="-122"/>
                  <a:cs typeface="Arial" panose="020B0604020202020204" pitchFamily="34" charset="0"/>
                </a:rPr>
                <a:t>汇报人：市场部</a:t>
              </a:r>
              <a:endParaRPr lang="en-US" altLang="zh-CN" sz="1200" dirty="0">
                <a:solidFill>
                  <a:schemeClr val="bg1"/>
                </a:solidFill>
                <a:latin typeface="阿里巴巴普惠体" panose="00020600040101010101" pitchFamily="18" charset="-122"/>
                <a:ea typeface="阿里巴巴普惠体" panose="00020600040101010101" pitchFamily="18" charset="-122"/>
                <a:cs typeface="Arial" panose="020B0604020202020204" pitchFamily="34" charset="0"/>
              </a:endParaRPr>
            </a:p>
          </p:txBody>
        </p:sp>
      </p:grpSp>
      <p:sp>
        <p:nvSpPr>
          <p:cNvPr id="28" name="TextBox 27"/>
          <p:cNvSpPr txBox="1"/>
          <p:nvPr/>
        </p:nvSpPr>
        <p:spPr>
          <a:xfrm>
            <a:off x="2492058" y="3308985"/>
            <a:ext cx="5008880" cy="398780"/>
          </a:xfrm>
          <a:prstGeom prst="rect">
            <a:avLst/>
          </a:prstGeom>
          <a:noFill/>
        </p:spPr>
        <p:txBody>
          <a:bodyPr wrap="square">
            <a:spAutoFit/>
          </a:bodyPr>
          <a:lstStyle/>
          <a:p>
            <a:pPr/>
            <a:r>
              <a:rPr b="1" sz="2000">
                <a:latin typeface="阿里巴巴普惠体"/>
              </a:rPr>
              <a:t>商业路演丨融资计划丨企业宣传丨项目申报</a:t>
            </a:r>
          </a:p>
        </p:txBody>
      </p:sp>
      <p:sp>
        <p:nvSpPr>
          <p:cNvPr id="20" name="矩形 19"/>
          <p:cNvSpPr/>
          <p:nvPr/>
        </p:nvSpPr>
        <p:spPr>
          <a:xfrm>
            <a:off x="7165975" y="6206490"/>
            <a:ext cx="4780280" cy="295978"/>
          </a:xfrm>
          <a:prstGeom prst="rect">
            <a:avLst/>
          </a:prstGeom>
        </p:spPr>
        <p:txBody>
          <a:bodyPr wrap="square">
            <a:spAutoFit/>
          </a:bodyPr>
          <a:lstStyle/>
          <a:p>
            <a:pPr algn="dist">
              <a:lnSpc>
                <a:spcPct val="150000"/>
              </a:lnSpc>
              <a:buClr>
                <a:srgbClr val="E24848"/>
              </a:buClr>
            </a:pP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第一</a:t>
            </a:r>
            <a:r>
              <a:rPr lang="en-US" altLang="zh-CN"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PPT</a:t>
            </a: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科技</a:t>
            </a:r>
            <a:r>
              <a:rPr lang="en-US" altLang="zh-CN"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  </a:t>
            </a: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有限公司</a:t>
            </a:r>
          </a:p>
        </p:txBody>
      </p:sp>
      <p:sp>
        <p:nvSpPr>
          <p:cNvPr id="29" name="TextBox 28"/>
          <p:cNvSpPr txBox="1"/>
          <p:nvPr/>
        </p:nvSpPr>
        <p:spPr>
          <a:xfrm>
            <a:off x="2456180" y="1124585"/>
            <a:ext cx="5080635" cy="1135380"/>
          </a:xfrm>
          <a:prstGeom prst="rect">
            <a:avLst/>
          </a:prstGeom>
          <a:noFill/>
        </p:spPr>
        <p:txBody>
          <a:bodyPr wrap="square">
            <a:spAutoFit/>
          </a:bodyPr>
          <a:lstStyle/>
          <a:p>
            <a:pPr/>
            <a:r>
              <a:rPr b="1" sz="4000">
                <a:latin typeface="思源宋体 CN Heavy"/>
              </a:rPr>
              <a:t>时尚玫瑰金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Picture 3" descr="image.jpg"/>
          <p:cNvPicPr>
            <a:picLocks noChangeAspect="1"/>
          </p:cNvPicPr>
          <p:nvPr/>
        </p:nvPicPr>
        <p:blipFill>
          <a:blip r:embed="rId2"/>
          <a:stretch>
            <a:fillRect/>
          </a:stretch>
        </p:blipFill>
        <p:spPr>
          <a:xfrm>
            <a:off x="-102235" y="0"/>
            <a:ext cx="12294235" cy="6825615"/>
          </a:xfrm>
          <a:prstGeom prst="rect">
            <a:avLst/>
          </a:prstGeom>
        </p:spPr>
      </p:pic>
      <p:pic>
        <p:nvPicPr>
          <p:cNvPr id="5" name="Picture 4" descr="image.png"/>
          <p:cNvPicPr>
            <a:picLocks noChangeAspect="1"/>
          </p:cNvPicPr>
          <p:nvPr/>
        </p:nvPicPr>
        <p:blipFill>
          <a:blip r:embed="rId3"/>
          <a:stretch>
            <a:fillRect/>
          </a:stretch>
        </p:blipFill>
        <p:spPr>
          <a:xfrm>
            <a:off x="-2341880" y="0"/>
            <a:ext cx="10444480" cy="6964045"/>
          </a:xfrm>
          <a:prstGeom prst="rect">
            <a:avLst/>
          </a:prstGeom>
        </p:spPr>
      </p:pic>
      <p:sp>
        <p:nvSpPr>
          <p:cNvPr id="11" name="Oval 9"/>
          <p:cNvSpPr/>
          <p:nvPr/>
        </p:nvSpPr>
        <p:spPr>
          <a:xfrm>
            <a:off x="2806498" y="3391406"/>
            <a:ext cx="768120"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1</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14" name="Oval 9"/>
          <p:cNvSpPr/>
          <p:nvPr/>
        </p:nvSpPr>
        <p:spPr>
          <a:xfrm>
            <a:off x="482481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2</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17" name="Oval 9"/>
          <p:cNvSpPr/>
          <p:nvPr/>
        </p:nvSpPr>
        <p:spPr>
          <a:xfrm>
            <a:off x="677934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3</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20" name="Oval 9"/>
          <p:cNvSpPr/>
          <p:nvPr/>
        </p:nvSpPr>
        <p:spPr>
          <a:xfrm>
            <a:off x="873387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4</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23" name="Oval 9"/>
          <p:cNvSpPr/>
          <p:nvPr/>
        </p:nvSpPr>
        <p:spPr>
          <a:xfrm>
            <a:off x="1070237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5</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grpSp>
        <p:nvGrpSpPr>
          <p:cNvPr id="27" name="组合 26"/>
          <p:cNvGrpSpPr/>
          <p:nvPr/>
        </p:nvGrpSpPr>
        <p:grpSpPr>
          <a:xfrm>
            <a:off x="2251710" y="4351655"/>
            <a:ext cx="1877695" cy="992505"/>
            <a:chOff x="1170" y="3950"/>
            <a:chExt cx="2957" cy="1563"/>
          </a:xfrm>
        </p:grpSpPr>
        <p:sp>
          <p:nvSpPr>
            <p:cNvPr id="77" name="文本框 76"/>
            <p:cNvSpPr txBox="1"/>
            <p:nvPr/>
          </p:nvSpPr>
          <p:spPr>
            <a:xfrm>
              <a:off x="1534" y="3950"/>
              <a:ext cx="2230" cy="725"/>
            </a:xfrm>
            <a:prstGeom prst="rect">
              <a:avLst/>
            </a:prstGeom>
            <a:noFill/>
          </p:spPr>
          <p:txBody>
            <a:bodyPr wrap="squar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公司团队</a:t>
              </a:r>
            </a:p>
          </p:txBody>
        </p:sp>
        <p:sp>
          <p:nvSpPr>
            <p:cNvPr id="78" name="文本框 77"/>
            <p:cNvSpPr txBox="1"/>
            <p:nvPr/>
          </p:nvSpPr>
          <p:spPr>
            <a:xfrm>
              <a:off x="1170"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79" name="直接连接符 78"/>
            <p:cNvCxnSpPr/>
            <p:nvPr/>
          </p:nvCxnSpPr>
          <p:spPr>
            <a:xfrm>
              <a:off x="2211"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28" name="组合 27"/>
          <p:cNvGrpSpPr/>
          <p:nvPr/>
        </p:nvGrpSpPr>
        <p:grpSpPr>
          <a:xfrm>
            <a:off x="4269821" y="4351655"/>
            <a:ext cx="1877695" cy="992505"/>
            <a:chOff x="4687" y="3950"/>
            <a:chExt cx="2957" cy="1563"/>
          </a:xfrm>
        </p:grpSpPr>
        <p:sp>
          <p:nvSpPr>
            <p:cNvPr id="81" name="文本框 80"/>
            <p:cNvSpPr txBox="1"/>
            <p:nvPr/>
          </p:nvSpPr>
          <p:spPr>
            <a:xfrm>
              <a:off x="5062"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项目介绍</a:t>
              </a:r>
              <a:endParaRPr lang="en-US" altLang="zh-CN"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endParaRPr>
            </a:p>
          </p:txBody>
        </p:sp>
        <p:sp>
          <p:nvSpPr>
            <p:cNvPr id="82" name="文本框 81"/>
            <p:cNvSpPr txBox="1"/>
            <p:nvPr/>
          </p:nvSpPr>
          <p:spPr>
            <a:xfrm>
              <a:off x="4687"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83" name="直接连接符 82"/>
            <p:cNvCxnSpPr/>
            <p:nvPr/>
          </p:nvCxnSpPr>
          <p:spPr>
            <a:xfrm>
              <a:off x="5728"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29" name="组合 28"/>
          <p:cNvGrpSpPr/>
          <p:nvPr/>
        </p:nvGrpSpPr>
        <p:grpSpPr>
          <a:xfrm>
            <a:off x="6224351" y="4351655"/>
            <a:ext cx="1877695" cy="992505"/>
            <a:chOff x="8204" y="3950"/>
            <a:chExt cx="2957" cy="1563"/>
          </a:xfrm>
        </p:grpSpPr>
        <p:sp>
          <p:nvSpPr>
            <p:cNvPr id="85" name="文本框 84"/>
            <p:cNvSpPr txBox="1"/>
            <p:nvPr/>
          </p:nvSpPr>
          <p:spPr>
            <a:xfrm>
              <a:off x="8578"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产品推广</a:t>
              </a:r>
            </a:p>
          </p:txBody>
        </p:sp>
        <p:sp>
          <p:nvSpPr>
            <p:cNvPr id="86" name="文本框 85"/>
            <p:cNvSpPr txBox="1"/>
            <p:nvPr/>
          </p:nvSpPr>
          <p:spPr>
            <a:xfrm>
              <a:off x="8204"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87" name="直接连接符 86"/>
            <p:cNvCxnSpPr/>
            <p:nvPr/>
          </p:nvCxnSpPr>
          <p:spPr>
            <a:xfrm>
              <a:off x="9245"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0" name="组合 29"/>
          <p:cNvGrpSpPr/>
          <p:nvPr/>
        </p:nvGrpSpPr>
        <p:grpSpPr>
          <a:xfrm>
            <a:off x="8178881" y="4351655"/>
            <a:ext cx="1877695" cy="992505"/>
            <a:chOff x="11720" y="3950"/>
            <a:chExt cx="2957" cy="1563"/>
          </a:xfrm>
        </p:grpSpPr>
        <p:sp>
          <p:nvSpPr>
            <p:cNvPr id="89" name="文本框 88"/>
            <p:cNvSpPr txBox="1"/>
            <p:nvPr/>
          </p:nvSpPr>
          <p:spPr>
            <a:xfrm>
              <a:off x="12095"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市场分析</a:t>
              </a:r>
            </a:p>
          </p:txBody>
        </p:sp>
        <p:sp>
          <p:nvSpPr>
            <p:cNvPr id="90" name="文本框 89"/>
            <p:cNvSpPr txBox="1"/>
            <p:nvPr/>
          </p:nvSpPr>
          <p:spPr>
            <a:xfrm>
              <a:off x="11720"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91" name="直接连接符 90"/>
            <p:cNvCxnSpPr/>
            <p:nvPr/>
          </p:nvCxnSpPr>
          <p:spPr>
            <a:xfrm>
              <a:off x="12761"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1" name="组合 30"/>
          <p:cNvGrpSpPr/>
          <p:nvPr/>
        </p:nvGrpSpPr>
        <p:grpSpPr>
          <a:xfrm>
            <a:off x="10133411" y="4351655"/>
            <a:ext cx="1877695" cy="992505"/>
            <a:chOff x="15237" y="3950"/>
            <a:chExt cx="2957" cy="1563"/>
          </a:xfrm>
        </p:grpSpPr>
        <p:sp>
          <p:nvSpPr>
            <p:cNvPr id="93" name="文本框 92"/>
            <p:cNvSpPr txBox="1"/>
            <p:nvPr/>
          </p:nvSpPr>
          <p:spPr>
            <a:xfrm>
              <a:off x="15372" y="3950"/>
              <a:ext cx="268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融资及规划</a:t>
              </a:r>
            </a:p>
          </p:txBody>
        </p:sp>
        <p:sp>
          <p:nvSpPr>
            <p:cNvPr id="94" name="文本框 93"/>
            <p:cNvSpPr txBox="1"/>
            <p:nvPr/>
          </p:nvSpPr>
          <p:spPr>
            <a:xfrm>
              <a:off x="15237"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95" name="直接连接符 94"/>
            <p:cNvCxnSpPr/>
            <p:nvPr/>
          </p:nvCxnSpPr>
          <p:spPr>
            <a:xfrm>
              <a:off x="16278"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sp>
        <p:nvSpPr>
          <p:cNvPr id="35" name="矩形 34"/>
          <p:cNvSpPr/>
          <p:nvPr/>
        </p:nvSpPr>
        <p:spPr>
          <a:xfrm>
            <a:off x="7898130" y="6330950"/>
            <a:ext cx="4036695" cy="245110"/>
          </a:xfrm>
          <a:prstGeom prst="rect">
            <a:avLst/>
          </a:prstGeom>
        </p:spPr>
        <p:txBody>
          <a:bodyPr wrap="square">
            <a:spAutoFit/>
          </a:bodyPr>
          <a:lstStyle/>
          <a:p>
            <a:pPr algn="r">
              <a:buClr>
                <a:srgbClr val="E24848"/>
              </a:buClr>
            </a:pPr>
            <a:r>
              <a:rPr lang="en-US" altLang="zh-CN" sz="500" noProof="1">
                <a:solidFill>
                  <a:schemeClr val="accent4">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LEnter the description of the above chart here, enter the description of the above chart here, and enter the description of the above chart here.</a:t>
            </a:r>
          </a:p>
        </p:txBody>
      </p:sp>
      <p:grpSp>
        <p:nvGrpSpPr>
          <p:cNvPr id="3" name="组合 2"/>
          <p:cNvGrpSpPr/>
          <p:nvPr/>
        </p:nvGrpSpPr>
        <p:grpSpPr>
          <a:xfrm>
            <a:off x="3161665" y="978535"/>
            <a:ext cx="8864600" cy="1569720"/>
            <a:chOff x="4979" y="1541"/>
            <a:chExt cx="13960" cy="2472"/>
          </a:xfrm>
        </p:grpSpPr>
        <p:sp>
          <p:nvSpPr>
            <p:cNvPr id="33" name="文本框 32"/>
            <p:cNvSpPr txBox="1"/>
            <p:nvPr/>
          </p:nvSpPr>
          <p:spPr>
            <a:xfrm>
              <a:off x="4979" y="1541"/>
              <a:ext cx="13961" cy="2472"/>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altLang="zh-CN" sz="9600" spc="3000" dirty="0">
                  <a:solidFill/>
                  <a:effectLst>
                    <a:outerShdw blurRad="254000" dist="127000" dir="2700000" algn="tl" rotWithShape="0">
                      <a:schemeClr val="accent4">
                        <a:lumMod val="50000"/>
                        <a:alpha val="0"/>
                      </a:schemeClr>
                    </a:outerShdw>
                  </a:effectLst>
                  <a:latin typeface="Haettenschweiler" panose="020B0706040902060204" pitchFamily="34" charset="0"/>
                </a:rPr>
                <a:t>CONTENTS</a:t>
              </a:r>
            </a:p>
          </p:txBody>
        </p:sp>
        <p:pic>
          <p:nvPicPr>
            <p:cNvPr id="37" name="图片 36" descr="P-10299437-10276121"/>
            <p:cNvPicPr>
              <a:picLocks noChangeAspect="1"/>
            </p:cNvPicPr>
            <p:nvPr/>
          </p:nvPicPr>
          <p:blipFill>
            <a:blip r:embed="rId4" cstate="email">
              <a:alphaModFix amt="40000"/>
              <a:extLst>
                <a:ext uri="{28A0092B-C50C-407E-A947-70E740481C1C}">
                  <a14:useLocalDpi xmlns:a14="http://schemas.microsoft.com/office/drawing/2010/main"/>
                </a:ext>
              </a:extLst>
            </a:blip>
            <a:srcRect/>
            <a:stretch>
              <a:fillRect/>
            </a:stretch>
          </p:blipFill>
          <p:spPr>
            <a:xfrm>
              <a:off x="6693" y="2181"/>
              <a:ext cx="9919" cy="1368"/>
            </a:xfrm>
            <a:custGeom>
              <a:avLst/>
              <a:gdLst/>
              <a:ahLst/>
              <a:cxnLst>
                <a:cxn ang="3">
                  <a:pos x="hc" y="t"/>
                </a:cxn>
                <a:cxn ang="cd2">
                  <a:pos x="l" y="vc"/>
                </a:cxn>
                <a:cxn ang="cd4">
                  <a:pos x="hc" y="b"/>
                </a:cxn>
                <a:cxn ang="0">
                  <a:pos x="r" y="vc"/>
                </a:cxn>
              </a:cxnLst>
              <a:rect l="l" t="t" r="r" b="b"/>
              <a:pathLst>
                <a:path w="9919" h="1368">
                  <a:moveTo>
                    <a:pt x="1646" y="185"/>
                  </a:moveTo>
                  <a:cubicBezTo>
                    <a:pt x="1613" y="185"/>
                    <a:pt x="1597" y="198"/>
                    <a:pt x="1597" y="225"/>
                  </a:cubicBezTo>
                  <a:lnTo>
                    <a:pt x="1597" y="1140"/>
                  </a:lnTo>
                  <a:cubicBezTo>
                    <a:pt x="1597" y="1167"/>
                    <a:pt x="1613" y="1180"/>
                    <a:pt x="1646" y="1180"/>
                  </a:cubicBezTo>
                  <a:cubicBezTo>
                    <a:pt x="1678" y="1180"/>
                    <a:pt x="1694" y="1167"/>
                    <a:pt x="1694" y="1140"/>
                  </a:cubicBezTo>
                  <a:lnTo>
                    <a:pt x="1694" y="225"/>
                  </a:lnTo>
                  <a:cubicBezTo>
                    <a:pt x="1694" y="198"/>
                    <a:pt x="1678" y="185"/>
                    <a:pt x="1646" y="185"/>
                  </a:cubicBezTo>
                  <a:close/>
                  <a:moveTo>
                    <a:pt x="7965" y="12"/>
                  </a:moveTo>
                  <a:lnTo>
                    <a:pt x="8590" y="12"/>
                  </a:lnTo>
                  <a:lnTo>
                    <a:pt x="8590" y="187"/>
                  </a:lnTo>
                  <a:lnTo>
                    <a:pt x="8425" y="187"/>
                  </a:lnTo>
                  <a:lnTo>
                    <a:pt x="8425" y="1356"/>
                  </a:lnTo>
                  <a:lnTo>
                    <a:pt x="8130" y="1356"/>
                  </a:lnTo>
                  <a:lnTo>
                    <a:pt x="8130" y="187"/>
                  </a:lnTo>
                  <a:lnTo>
                    <a:pt x="7965" y="187"/>
                  </a:lnTo>
                  <a:lnTo>
                    <a:pt x="7965" y="12"/>
                  </a:lnTo>
                  <a:close/>
                  <a:moveTo>
                    <a:pt x="6559" y="12"/>
                  </a:moveTo>
                  <a:lnTo>
                    <a:pt x="6895" y="12"/>
                  </a:lnTo>
                  <a:lnTo>
                    <a:pt x="7063" y="625"/>
                  </a:lnTo>
                  <a:lnTo>
                    <a:pt x="7063" y="12"/>
                  </a:lnTo>
                  <a:lnTo>
                    <a:pt x="7310" y="12"/>
                  </a:lnTo>
                  <a:lnTo>
                    <a:pt x="7310" y="1356"/>
                  </a:lnTo>
                  <a:lnTo>
                    <a:pt x="7006" y="1356"/>
                  </a:lnTo>
                  <a:lnTo>
                    <a:pt x="6806" y="640"/>
                  </a:lnTo>
                  <a:lnTo>
                    <a:pt x="6806" y="1356"/>
                  </a:lnTo>
                  <a:lnTo>
                    <a:pt x="6559" y="1356"/>
                  </a:lnTo>
                  <a:lnTo>
                    <a:pt x="6559" y="12"/>
                  </a:lnTo>
                  <a:close/>
                  <a:moveTo>
                    <a:pt x="5333" y="12"/>
                  </a:moveTo>
                  <a:lnTo>
                    <a:pt x="5906" y="12"/>
                  </a:lnTo>
                  <a:lnTo>
                    <a:pt x="5906" y="185"/>
                  </a:lnTo>
                  <a:lnTo>
                    <a:pt x="5628" y="185"/>
                  </a:lnTo>
                  <a:lnTo>
                    <a:pt x="5628" y="548"/>
                  </a:lnTo>
                  <a:lnTo>
                    <a:pt x="5879" y="548"/>
                  </a:lnTo>
                  <a:lnTo>
                    <a:pt x="5879" y="711"/>
                  </a:lnTo>
                  <a:lnTo>
                    <a:pt x="5628" y="711"/>
                  </a:lnTo>
                  <a:lnTo>
                    <a:pt x="5628" y="1183"/>
                  </a:lnTo>
                  <a:lnTo>
                    <a:pt x="5910" y="1183"/>
                  </a:lnTo>
                  <a:lnTo>
                    <a:pt x="5910" y="1356"/>
                  </a:lnTo>
                  <a:lnTo>
                    <a:pt x="5333" y="1356"/>
                  </a:lnTo>
                  <a:lnTo>
                    <a:pt x="5333" y="12"/>
                  </a:lnTo>
                  <a:close/>
                  <a:moveTo>
                    <a:pt x="4051" y="12"/>
                  </a:moveTo>
                  <a:lnTo>
                    <a:pt x="4676" y="12"/>
                  </a:lnTo>
                  <a:lnTo>
                    <a:pt x="4676" y="187"/>
                  </a:lnTo>
                  <a:lnTo>
                    <a:pt x="4511" y="187"/>
                  </a:lnTo>
                  <a:lnTo>
                    <a:pt x="4511" y="1356"/>
                  </a:lnTo>
                  <a:lnTo>
                    <a:pt x="4216" y="1356"/>
                  </a:lnTo>
                  <a:lnTo>
                    <a:pt x="4216" y="187"/>
                  </a:lnTo>
                  <a:lnTo>
                    <a:pt x="4051" y="187"/>
                  </a:lnTo>
                  <a:lnTo>
                    <a:pt x="4051" y="12"/>
                  </a:lnTo>
                  <a:close/>
                  <a:moveTo>
                    <a:pt x="2645" y="12"/>
                  </a:moveTo>
                  <a:lnTo>
                    <a:pt x="2981" y="12"/>
                  </a:lnTo>
                  <a:lnTo>
                    <a:pt x="3149" y="625"/>
                  </a:lnTo>
                  <a:lnTo>
                    <a:pt x="3149" y="12"/>
                  </a:lnTo>
                  <a:lnTo>
                    <a:pt x="3396" y="12"/>
                  </a:lnTo>
                  <a:lnTo>
                    <a:pt x="3396" y="1356"/>
                  </a:lnTo>
                  <a:lnTo>
                    <a:pt x="3092" y="1356"/>
                  </a:lnTo>
                  <a:lnTo>
                    <a:pt x="2892" y="640"/>
                  </a:lnTo>
                  <a:lnTo>
                    <a:pt x="2892" y="1356"/>
                  </a:lnTo>
                  <a:lnTo>
                    <a:pt x="2645" y="1356"/>
                  </a:lnTo>
                  <a:lnTo>
                    <a:pt x="2645" y="12"/>
                  </a:lnTo>
                  <a:close/>
                  <a:moveTo>
                    <a:pt x="9588" y="0"/>
                  </a:moveTo>
                  <a:cubicBezTo>
                    <a:pt x="9792" y="0"/>
                    <a:pt x="9894" y="79"/>
                    <a:pt x="9894" y="238"/>
                  </a:cubicBezTo>
                  <a:lnTo>
                    <a:pt x="9894" y="471"/>
                  </a:lnTo>
                  <a:lnTo>
                    <a:pt x="9626" y="471"/>
                  </a:lnTo>
                  <a:lnTo>
                    <a:pt x="9626" y="223"/>
                  </a:lnTo>
                  <a:cubicBezTo>
                    <a:pt x="9626" y="196"/>
                    <a:pt x="9611" y="183"/>
                    <a:pt x="9581" y="183"/>
                  </a:cubicBezTo>
                  <a:cubicBezTo>
                    <a:pt x="9546" y="183"/>
                    <a:pt x="9528" y="209"/>
                    <a:pt x="9528" y="260"/>
                  </a:cubicBezTo>
                  <a:lnTo>
                    <a:pt x="9534" y="348"/>
                  </a:lnTo>
                  <a:cubicBezTo>
                    <a:pt x="9534" y="398"/>
                    <a:pt x="9567" y="456"/>
                    <a:pt x="9633" y="522"/>
                  </a:cubicBezTo>
                  <a:cubicBezTo>
                    <a:pt x="9757" y="640"/>
                    <a:pt x="9835" y="722"/>
                    <a:pt x="9869" y="769"/>
                  </a:cubicBezTo>
                  <a:cubicBezTo>
                    <a:pt x="9902" y="816"/>
                    <a:pt x="9919" y="869"/>
                    <a:pt x="9919" y="929"/>
                  </a:cubicBezTo>
                  <a:lnTo>
                    <a:pt x="9919" y="1100"/>
                  </a:lnTo>
                  <a:cubicBezTo>
                    <a:pt x="9919" y="1279"/>
                    <a:pt x="9805" y="1368"/>
                    <a:pt x="9576" y="1368"/>
                  </a:cubicBezTo>
                  <a:cubicBezTo>
                    <a:pt x="9356" y="1368"/>
                    <a:pt x="9246" y="1287"/>
                    <a:pt x="9246" y="1124"/>
                  </a:cubicBezTo>
                  <a:lnTo>
                    <a:pt x="9246" y="818"/>
                  </a:lnTo>
                  <a:lnTo>
                    <a:pt x="9514" y="818"/>
                  </a:lnTo>
                  <a:lnTo>
                    <a:pt x="9514" y="1126"/>
                  </a:lnTo>
                  <a:cubicBezTo>
                    <a:pt x="9514" y="1157"/>
                    <a:pt x="9533" y="1172"/>
                    <a:pt x="9570" y="1172"/>
                  </a:cubicBezTo>
                  <a:cubicBezTo>
                    <a:pt x="9606" y="1172"/>
                    <a:pt x="9624" y="1157"/>
                    <a:pt x="9624" y="1126"/>
                  </a:cubicBezTo>
                  <a:lnTo>
                    <a:pt x="9624" y="967"/>
                  </a:lnTo>
                  <a:cubicBezTo>
                    <a:pt x="9624" y="918"/>
                    <a:pt x="9591" y="861"/>
                    <a:pt x="9526" y="795"/>
                  </a:cubicBezTo>
                  <a:cubicBezTo>
                    <a:pt x="9401" y="674"/>
                    <a:pt x="9323" y="592"/>
                    <a:pt x="9292" y="550"/>
                  </a:cubicBezTo>
                  <a:cubicBezTo>
                    <a:pt x="9261" y="508"/>
                    <a:pt x="9246" y="462"/>
                    <a:pt x="9246" y="412"/>
                  </a:cubicBezTo>
                  <a:lnTo>
                    <a:pt x="9246" y="261"/>
                  </a:lnTo>
                  <a:cubicBezTo>
                    <a:pt x="9246" y="87"/>
                    <a:pt x="9360" y="0"/>
                    <a:pt x="9588" y="0"/>
                  </a:cubicBezTo>
                  <a:close/>
                  <a:moveTo>
                    <a:pt x="1648" y="0"/>
                  </a:moveTo>
                  <a:cubicBezTo>
                    <a:pt x="1871" y="0"/>
                    <a:pt x="1982" y="87"/>
                    <a:pt x="1982" y="260"/>
                  </a:cubicBezTo>
                  <a:lnTo>
                    <a:pt x="1982" y="1124"/>
                  </a:lnTo>
                  <a:cubicBezTo>
                    <a:pt x="1982" y="1202"/>
                    <a:pt x="1951" y="1263"/>
                    <a:pt x="1889" y="1305"/>
                  </a:cubicBezTo>
                  <a:cubicBezTo>
                    <a:pt x="1827" y="1347"/>
                    <a:pt x="1746" y="1368"/>
                    <a:pt x="1646" y="1368"/>
                  </a:cubicBezTo>
                  <a:cubicBezTo>
                    <a:pt x="1421" y="1368"/>
                    <a:pt x="1309" y="1287"/>
                    <a:pt x="1309" y="1126"/>
                  </a:cubicBezTo>
                  <a:lnTo>
                    <a:pt x="1309" y="261"/>
                  </a:lnTo>
                  <a:cubicBezTo>
                    <a:pt x="1309" y="87"/>
                    <a:pt x="1422" y="0"/>
                    <a:pt x="1648" y="0"/>
                  </a:cubicBezTo>
                  <a:close/>
                  <a:moveTo>
                    <a:pt x="341" y="0"/>
                  </a:moveTo>
                  <a:cubicBezTo>
                    <a:pt x="545" y="0"/>
                    <a:pt x="647" y="79"/>
                    <a:pt x="647" y="238"/>
                  </a:cubicBezTo>
                  <a:lnTo>
                    <a:pt x="647" y="482"/>
                  </a:lnTo>
                  <a:lnTo>
                    <a:pt x="379" y="482"/>
                  </a:lnTo>
                  <a:lnTo>
                    <a:pt x="379" y="216"/>
                  </a:lnTo>
                  <a:cubicBezTo>
                    <a:pt x="379" y="194"/>
                    <a:pt x="365" y="183"/>
                    <a:pt x="338" y="183"/>
                  </a:cubicBezTo>
                  <a:cubicBezTo>
                    <a:pt x="309" y="183"/>
                    <a:pt x="295" y="194"/>
                    <a:pt x="295" y="216"/>
                  </a:cubicBezTo>
                  <a:lnTo>
                    <a:pt x="295" y="1147"/>
                  </a:lnTo>
                  <a:cubicBezTo>
                    <a:pt x="295" y="1169"/>
                    <a:pt x="309" y="1180"/>
                    <a:pt x="338" y="1180"/>
                  </a:cubicBezTo>
                  <a:cubicBezTo>
                    <a:pt x="365" y="1180"/>
                    <a:pt x="379" y="1169"/>
                    <a:pt x="379" y="1147"/>
                  </a:cubicBezTo>
                  <a:lnTo>
                    <a:pt x="379" y="816"/>
                  </a:lnTo>
                  <a:lnTo>
                    <a:pt x="647" y="816"/>
                  </a:lnTo>
                  <a:lnTo>
                    <a:pt x="647" y="1157"/>
                  </a:lnTo>
                  <a:cubicBezTo>
                    <a:pt x="647" y="1221"/>
                    <a:pt x="616" y="1272"/>
                    <a:pt x="553" y="1310"/>
                  </a:cubicBezTo>
                  <a:cubicBezTo>
                    <a:pt x="491" y="1349"/>
                    <a:pt x="420" y="1368"/>
                    <a:pt x="341" y="1368"/>
                  </a:cubicBezTo>
                  <a:cubicBezTo>
                    <a:pt x="114" y="1368"/>
                    <a:pt x="0" y="1287"/>
                    <a:pt x="0" y="1126"/>
                  </a:cubicBezTo>
                  <a:lnTo>
                    <a:pt x="0" y="261"/>
                  </a:lnTo>
                  <a:cubicBezTo>
                    <a:pt x="0" y="87"/>
                    <a:pt x="114" y="0"/>
                    <a:pt x="341" y="0"/>
                  </a:cubicBezTo>
                  <a:close/>
                </a:path>
              </a:pathLst>
            </a:custGeom>
          </p:spPr>
        </p:pic>
      </p:grpSp>
      <p:pic>
        <p:nvPicPr>
          <p:cNvPr id="96" name="Picture 95" descr="image.png"/>
          <p:cNvPicPr>
            <a:picLocks noChangeAspect="1"/>
          </p:cNvPicPr>
          <p:nvPr/>
        </p:nvPicPr>
        <p:blipFill>
          <a:blip r:embed="rId4"/>
          <a:stretch>
            <a:fillRect/>
          </a:stretch>
        </p:blipFill>
        <p:spPr>
          <a:xfrm>
            <a:off x="11048365" y="413385"/>
            <a:ext cx="774065" cy="654050"/>
          </a:xfrm>
          <a:prstGeom prst="rect">
            <a:avLst/>
          </a:prstGeom>
        </p:spPr>
      </p:pic>
      <p:sp>
        <p:nvSpPr>
          <p:cNvPr id="97" name="TextBox 96"/>
          <p:cNvSpPr txBox="1"/>
          <p:nvPr/>
        </p:nvSpPr>
        <p:spPr>
          <a:xfrm>
            <a:off x="-113443" y="32385"/>
            <a:ext cx="453651" cy="118430"/>
          </a:xfrm>
          <a:prstGeom prst="rect">
            <a:avLst/>
          </a:prstGeom>
          <a:noFill/>
        </p:spPr>
        <p:txBody>
          <a:bodyPr wrap="square">
            <a:spAutoFit/>
          </a:bodyPr>
          <a:lstStyle/>
          <a:p>
            <a:pPr/>
            <a:r>
              <a:rPr sz="100">
                <a:latin typeface="微软雅黑"/>
              </a:rPr>
              <a:t>PPT</a:t>
            </a:r>
            <a:r>
              <a:rPr sz="100">
                <a:latin typeface="微软雅黑"/>
              </a:rPr>
              <a:t>下载 </a:t>
            </a:r>
            <a:r>
              <a:rPr sz="100">
                <a:latin typeface="微软雅黑"/>
              </a:rPr>
              <a:t>http://www.1ppt.com/xiazai/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pic>
        <p:nvPicPr>
          <p:cNvPr id="4" name="Picture 3" descr="image.jpg"/>
          <p:cNvPicPr>
            <a:picLocks noChangeAspect="1"/>
          </p:cNvPicPr>
          <p:nvPr/>
        </p:nvPicPr>
        <p:blipFill>
          <a:blip r:embed="rId2"/>
          <a:stretch>
            <a:fillRect/>
          </a:stretch>
        </p:blipFill>
        <p:spPr>
          <a:xfrm>
            <a:off x="0" y="-5080"/>
            <a:ext cx="12197715" cy="6863080"/>
          </a:xfrm>
          <a:prstGeom prst="rect">
            <a:avLst/>
          </a:prstGeom>
        </p:spPr>
      </p:pic>
      <p:pic>
        <p:nvPicPr>
          <p:cNvPr id="5" name="Picture 4" descr="image.png"/>
          <p:cNvPicPr>
            <a:picLocks noChangeAspect="1"/>
          </p:cNvPicPr>
          <p:nvPr/>
        </p:nvPicPr>
        <p:blipFill>
          <a:blip r:embed="rId3"/>
          <a:stretch>
            <a:fillRect/>
          </a:stretch>
        </p:blipFill>
        <p:spPr>
          <a:xfrm>
            <a:off x="3539490" y="0"/>
            <a:ext cx="10444480" cy="6964045"/>
          </a:xfrm>
          <a:prstGeom prst="rect">
            <a:avLst/>
          </a:prstGeom>
        </p:spPr>
      </p:pic>
      <p:grpSp>
        <p:nvGrpSpPr>
          <p:cNvPr id="3" name="Group 11"/>
          <p:cNvGrpSpPr/>
          <p:nvPr/>
        </p:nvGrpSpPr>
        <p:grpSpPr>
          <a:xfrm rot="16200000">
            <a:off x="5164954" y="4967379"/>
            <a:ext cx="62503" cy="359523"/>
            <a:chOff x="5821136" y="644979"/>
            <a:chExt cx="97971" cy="563538"/>
          </a:xfrm>
          <a:solidFill>
            <a:schemeClr val="accent1"/>
          </a:solidFill>
        </p:grpSpPr>
        <p:sp>
          <p:nvSpPr>
            <p:cNvPr id="6" name="Rectangle 1067"/>
            <p:cNvSpPr/>
            <p:nvPr>
              <p:custDataLst>
                <p:tags r:id="rId19"/>
              </p:custDataLst>
            </p:nvPr>
          </p:nvSpPr>
          <p:spPr>
            <a:xfrm>
              <a:off x="5821136" y="644979"/>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 name="Rectangle 1068"/>
            <p:cNvSpPr/>
            <p:nvPr>
              <p:custDataLst>
                <p:tags r:id="rId20"/>
              </p:custDataLst>
            </p:nvPr>
          </p:nvSpPr>
          <p:spPr>
            <a:xfrm>
              <a:off x="5821136" y="800101"/>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Rectangle 1069"/>
            <p:cNvSpPr/>
            <p:nvPr>
              <p:custDataLst>
                <p:tags r:id="rId21"/>
              </p:custDataLst>
            </p:nvPr>
          </p:nvSpPr>
          <p:spPr>
            <a:xfrm>
              <a:off x="5821136" y="955424"/>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ectangle 1070"/>
            <p:cNvSpPr/>
            <p:nvPr>
              <p:custDataLst>
                <p:tags r:id="rId22"/>
              </p:custDataLst>
            </p:nvPr>
          </p:nvSpPr>
          <p:spPr>
            <a:xfrm>
              <a:off x="5821136" y="1110546"/>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0" name="Group 25"/>
          <p:cNvGrpSpPr/>
          <p:nvPr/>
        </p:nvGrpSpPr>
        <p:grpSpPr>
          <a:xfrm>
            <a:off x="4407374" y="1374364"/>
            <a:ext cx="1130922" cy="861482"/>
            <a:chOff x="1938338" y="685800"/>
            <a:chExt cx="1485900" cy="1131888"/>
          </a:xfrm>
          <a:gradFill>
            <a:gsLst>
              <a:gs pos="0">
                <a:srgbClr val="C09D87"/>
              </a:gs>
              <a:gs pos="100000">
                <a:srgbClr val="8D512F"/>
              </a:gs>
            </a:gsLst>
            <a:lin scaled="1"/>
          </a:gradFill>
        </p:grpSpPr>
        <p:sp>
          <p:nvSpPr>
            <p:cNvPr id="11" name="Freeform 38"/>
            <p:cNvSpPr>
              <a:spLocks noEditPoints="1"/>
            </p:cNvSpPr>
            <p:nvPr>
              <p:custDataLst>
                <p:tags r:id="rId3"/>
              </p:custDataLst>
            </p:nvPr>
          </p:nvSpPr>
          <p:spPr bwMode="auto">
            <a:xfrm>
              <a:off x="2441575" y="685800"/>
              <a:ext cx="982663" cy="1131888"/>
            </a:xfrm>
            <a:custGeom>
              <a:avLst/>
              <a:gdLst>
                <a:gd name="T0" fmla="*/ 942 w 1033"/>
                <a:gd name="T1" fmla="*/ 354 h 1188"/>
                <a:gd name="T2" fmla="*/ 982 w 1033"/>
                <a:gd name="T3" fmla="*/ 354 h 1188"/>
                <a:gd name="T4" fmla="*/ 1022 w 1033"/>
                <a:gd name="T5" fmla="*/ 314 h 1188"/>
                <a:gd name="T6" fmla="*/ 1022 w 1033"/>
                <a:gd name="T7" fmla="*/ 274 h 1188"/>
                <a:gd name="T8" fmla="*/ 932 w 1033"/>
                <a:gd name="T9" fmla="*/ 184 h 1188"/>
                <a:gd name="T10" fmla="*/ 892 w 1033"/>
                <a:gd name="T11" fmla="*/ 184 h 1188"/>
                <a:gd name="T12" fmla="*/ 852 w 1033"/>
                <a:gd name="T13" fmla="*/ 224 h 1188"/>
                <a:gd name="T14" fmla="*/ 852 w 1033"/>
                <a:gd name="T15" fmla="*/ 264 h 1188"/>
                <a:gd name="T16" fmla="*/ 856 w 1033"/>
                <a:gd name="T17" fmla="*/ 267 h 1188"/>
                <a:gd name="T18" fmla="*/ 827 w 1033"/>
                <a:gd name="T19" fmla="*/ 296 h 1188"/>
                <a:gd name="T20" fmla="*/ 576 w 1033"/>
                <a:gd name="T21" fmla="*/ 191 h 1188"/>
                <a:gd name="T22" fmla="*/ 576 w 1033"/>
                <a:gd name="T23" fmla="*/ 140 h 1188"/>
                <a:gd name="T24" fmla="*/ 607 w 1033"/>
                <a:gd name="T25" fmla="*/ 140 h 1188"/>
                <a:gd name="T26" fmla="*/ 635 w 1033"/>
                <a:gd name="T27" fmla="*/ 112 h 1188"/>
                <a:gd name="T28" fmla="*/ 635 w 1033"/>
                <a:gd name="T29" fmla="*/ 28 h 1188"/>
                <a:gd name="T30" fmla="*/ 607 w 1033"/>
                <a:gd name="T31" fmla="*/ 0 h 1188"/>
                <a:gd name="T32" fmla="*/ 427 w 1033"/>
                <a:gd name="T33" fmla="*/ 0 h 1188"/>
                <a:gd name="T34" fmla="*/ 399 w 1033"/>
                <a:gd name="T35" fmla="*/ 28 h 1188"/>
                <a:gd name="T36" fmla="*/ 399 w 1033"/>
                <a:gd name="T37" fmla="*/ 112 h 1188"/>
                <a:gd name="T38" fmla="*/ 427 w 1033"/>
                <a:gd name="T39" fmla="*/ 140 h 1188"/>
                <a:gd name="T40" fmla="*/ 458 w 1033"/>
                <a:gd name="T41" fmla="*/ 140 h 1188"/>
                <a:gd name="T42" fmla="*/ 458 w 1033"/>
                <a:gd name="T43" fmla="*/ 191 h 1188"/>
                <a:gd name="T44" fmla="*/ 207 w 1033"/>
                <a:gd name="T45" fmla="*/ 296 h 1188"/>
                <a:gd name="T46" fmla="*/ 178 w 1033"/>
                <a:gd name="T47" fmla="*/ 267 h 1188"/>
                <a:gd name="T48" fmla="*/ 182 w 1033"/>
                <a:gd name="T49" fmla="*/ 264 h 1188"/>
                <a:gd name="T50" fmla="*/ 182 w 1033"/>
                <a:gd name="T51" fmla="*/ 224 h 1188"/>
                <a:gd name="T52" fmla="*/ 142 w 1033"/>
                <a:gd name="T53" fmla="*/ 184 h 1188"/>
                <a:gd name="T54" fmla="*/ 102 w 1033"/>
                <a:gd name="T55" fmla="*/ 184 h 1188"/>
                <a:gd name="T56" fmla="*/ 12 w 1033"/>
                <a:gd name="T57" fmla="*/ 274 h 1188"/>
                <a:gd name="T58" fmla="*/ 12 w 1033"/>
                <a:gd name="T59" fmla="*/ 314 h 1188"/>
                <a:gd name="T60" fmla="*/ 52 w 1033"/>
                <a:gd name="T61" fmla="*/ 354 h 1188"/>
                <a:gd name="T62" fmla="*/ 92 w 1033"/>
                <a:gd name="T63" fmla="*/ 354 h 1188"/>
                <a:gd name="T64" fmla="*/ 96 w 1033"/>
                <a:gd name="T65" fmla="*/ 350 h 1188"/>
                <a:gd name="T66" fmla="*/ 124 w 1033"/>
                <a:gd name="T67" fmla="*/ 378 h 1188"/>
                <a:gd name="T68" fmla="*/ 16 w 1033"/>
                <a:gd name="T69" fmla="*/ 688 h 1188"/>
                <a:gd name="T70" fmla="*/ 517 w 1033"/>
                <a:gd name="T71" fmla="*/ 1188 h 1188"/>
                <a:gd name="T72" fmla="*/ 1017 w 1033"/>
                <a:gd name="T73" fmla="*/ 688 h 1188"/>
                <a:gd name="T74" fmla="*/ 910 w 1033"/>
                <a:gd name="T75" fmla="*/ 378 h 1188"/>
                <a:gd name="T76" fmla="*/ 938 w 1033"/>
                <a:gd name="T77" fmla="*/ 350 h 1188"/>
                <a:gd name="T78" fmla="*/ 942 w 1033"/>
                <a:gd name="T79" fmla="*/ 354 h 1188"/>
                <a:gd name="T80" fmla="*/ 517 w 1033"/>
                <a:gd name="T81" fmla="*/ 1072 h 1188"/>
                <a:gd name="T82" fmla="*/ 133 w 1033"/>
                <a:gd name="T83" fmla="*/ 688 h 1188"/>
                <a:gd name="T84" fmla="*/ 517 w 1033"/>
                <a:gd name="T85" fmla="*/ 304 h 1188"/>
                <a:gd name="T86" fmla="*/ 901 w 1033"/>
                <a:gd name="T87" fmla="*/ 688 h 1188"/>
                <a:gd name="T88" fmla="*/ 517 w 1033"/>
                <a:gd name="T89" fmla="*/ 1072 h 1188"/>
                <a:gd name="T90" fmla="*/ 517 w 1033"/>
                <a:gd name="T91" fmla="*/ 1072 h 1188"/>
                <a:gd name="T92" fmla="*/ 517 w 1033"/>
                <a:gd name="T93" fmla="*/ 1072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33" h="1188">
                  <a:moveTo>
                    <a:pt x="942" y="354"/>
                  </a:moveTo>
                  <a:cubicBezTo>
                    <a:pt x="953" y="365"/>
                    <a:pt x="971" y="365"/>
                    <a:pt x="982" y="354"/>
                  </a:cubicBezTo>
                  <a:cubicBezTo>
                    <a:pt x="1022" y="314"/>
                    <a:pt x="1022" y="314"/>
                    <a:pt x="1022" y="314"/>
                  </a:cubicBezTo>
                  <a:cubicBezTo>
                    <a:pt x="1033" y="303"/>
                    <a:pt x="1033" y="285"/>
                    <a:pt x="1022" y="274"/>
                  </a:cubicBezTo>
                  <a:cubicBezTo>
                    <a:pt x="932" y="184"/>
                    <a:pt x="932" y="184"/>
                    <a:pt x="932" y="184"/>
                  </a:cubicBezTo>
                  <a:cubicBezTo>
                    <a:pt x="920" y="172"/>
                    <a:pt x="903" y="172"/>
                    <a:pt x="892" y="184"/>
                  </a:cubicBezTo>
                  <a:cubicBezTo>
                    <a:pt x="852" y="224"/>
                    <a:pt x="852" y="224"/>
                    <a:pt x="852" y="224"/>
                  </a:cubicBezTo>
                  <a:cubicBezTo>
                    <a:pt x="840" y="235"/>
                    <a:pt x="840" y="253"/>
                    <a:pt x="852" y="264"/>
                  </a:cubicBezTo>
                  <a:cubicBezTo>
                    <a:pt x="856" y="267"/>
                    <a:pt x="856" y="267"/>
                    <a:pt x="856" y="267"/>
                  </a:cubicBezTo>
                  <a:cubicBezTo>
                    <a:pt x="827" y="296"/>
                    <a:pt x="827" y="296"/>
                    <a:pt x="827" y="296"/>
                  </a:cubicBezTo>
                  <a:cubicBezTo>
                    <a:pt x="756" y="239"/>
                    <a:pt x="670" y="202"/>
                    <a:pt x="576" y="191"/>
                  </a:cubicBezTo>
                  <a:cubicBezTo>
                    <a:pt x="576" y="140"/>
                    <a:pt x="576" y="140"/>
                    <a:pt x="576" y="140"/>
                  </a:cubicBezTo>
                  <a:cubicBezTo>
                    <a:pt x="607" y="140"/>
                    <a:pt x="607" y="140"/>
                    <a:pt x="607" y="140"/>
                  </a:cubicBezTo>
                  <a:cubicBezTo>
                    <a:pt x="623" y="140"/>
                    <a:pt x="635" y="127"/>
                    <a:pt x="635" y="112"/>
                  </a:cubicBezTo>
                  <a:cubicBezTo>
                    <a:pt x="635" y="28"/>
                    <a:pt x="635" y="28"/>
                    <a:pt x="635" y="28"/>
                  </a:cubicBezTo>
                  <a:cubicBezTo>
                    <a:pt x="635" y="13"/>
                    <a:pt x="622" y="0"/>
                    <a:pt x="607" y="0"/>
                  </a:cubicBezTo>
                  <a:cubicBezTo>
                    <a:pt x="427" y="0"/>
                    <a:pt x="427" y="0"/>
                    <a:pt x="427" y="0"/>
                  </a:cubicBezTo>
                  <a:cubicBezTo>
                    <a:pt x="411" y="0"/>
                    <a:pt x="399" y="13"/>
                    <a:pt x="399" y="28"/>
                  </a:cubicBezTo>
                  <a:cubicBezTo>
                    <a:pt x="399" y="112"/>
                    <a:pt x="399" y="112"/>
                    <a:pt x="399" y="112"/>
                  </a:cubicBezTo>
                  <a:cubicBezTo>
                    <a:pt x="399" y="127"/>
                    <a:pt x="412" y="140"/>
                    <a:pt x="427" y="140"/>
                  </a:cubicBezTo>
                  <a:cubicBezTo>
                    <a:pt x="458" y="140"/>
                    <a:pt x="458" y="140"/>
                    <a:pt x="458" y="140"/>
                  </a:cubicBezTo>
                  <a:cubicBezTo>
                    <a:pt x="458" y="191"/>
                    <a:pt x="458" y="191"/>
                    <a:pt x="458" y="191"/>
                  </a:cubicBezTo>
                  <a:cubicBezTo>
                    <a:pt x="364" y="202"/>
                    <a:pt x="277" y="240"/>
                    <a:pt x="207" y="296"/>
                  </a:cubicBezTo>
                  <a:cubicBezTo>
                    <a:pt x="178" y="267"/>
                    <a:pt x="178" y="267"/>
                    <a:pt x="178" y="267"/>
                  </a:cubicBezTo>
                  <a:cubicBezTo>
                    <a:pt x="182" y="264"/>
                    <a:pt x="182" y="264"/>
                    <a:pt x="182" y="264"/>
                  </a:cubicBezTo>
                  <a:cubicBezTo>
                    <a:pt x="193" y="252"/>
                    <a:pt x="193" y="234"/>
                    <a:pt x="182" y="224"/>
                  </a:cubicBezTo>
                  <a:cubicBezTo>
                    <a:pt x="142" y="184"/>
                    <a:pt x="142" y="184"/>
                    <a:pt x="142" y="184"/>
                  </a:cubicBezTo>
                  <a:cubicBezTo>
                    <a:pt x="131" y="172"/>
                    <a:pt x="113" y="172"/>
                    <a:pt x="102" y="184"/>
                  </a:cubicBezTo>
                  <a:cubicBezTo>
                    <a:pt x="12" y="274"/>
                    <a:pt x="12" y="274"/>
                    <a:pt x="12" y="274"/>
                  </a:cubicBezTo>
                  <a:cubicBezTo>
                    <a:pt x="0" y="285"/>
                    <a:pt x="0" y="303"/>
                    <a:pt x="12" y="314"/>
                  </a:cubicBezTo>
                  <a:cubicBezTo>
                    <a:pt x="52" y="354"/>
                    <a:pt x="52" y="354"/>
                    <a:pt x="52" y="354"/>
                  </a:cubicBezTo>
                  <a:cubicBezTo>
                    <a:pt x="63" y="365"/>
                    <a:pt x="81" y="365"/>
                    <a:pt x="92" y="354"/>
                  </a:cubicBezTo>
                  <a:cubicBezTo>
                    <a:pt x="96" y="350"/>
                    <a:pt x="96" y="350"/>
                    <a:pt x="96" y="350"/>
                  </a:cubicBezTo>
                  <a:cubicBezTo>
                    <a:pt x="124" y="378"/>
                    <a:pt x="124" y="378"/>
                    <a:pt x="124" y="378"/>
                  </a:cubicBezTo>
                  <a:cubicBezTo>
                    <a:pt x="56" y="464"/>
                    <a:pt x="16" y="571"/>
                    <a:pt x="16" y="688"/>
                  </a:cubicBezTo>
                  <a:cubicBezTo>
                    <a:pt x="16" y="963"/>
                    <a:pt x="241" y="1188"/>
                    <a:pt x="517" y="1188"/>
                  </a:cubicBezTo>
                  <a:cubicBezTo>
                    <a:pt x="793" y="1188"/>
                    <a:pt x="1017" y="963"/>
                    <a:pt x="1017" y="688"/>
                  </a:cubicBezTo>
                  <a:cubicBezTo>
                    <a:pt x="1017" y="571"/>
                    <a:pt x="977" y="464"/>
                    <a:pt x="910" y="378"/>
                  </a:cubicBezTo>
                  <a:cubicBezTo>
                    <a:pt x="938" y="350"/>
                    <a:pt x="938" y="350"/>
                    <a:pt x="938" y="350"/>
                  </a:cubicBezTo>
                  <a:lnTo>
                    <a:pt x="942" y="354"/>
                  </a:lnTo>
                  <a:close/>
                  <a:moveTo>
                    <a:pt x="517" y="1072"/>
                  </a:moveTo>
                  <a:cubicBezTo>
                    <a:pt x="305" y="1072"/>
                    <a:pt x="133" y="900"/>
                    <a:pt x="133" y="688"/>
                  </a:cubicBezTo>
                  <a:cubicBezTo>
                    <a:pt x="133" y="476"/>
                    <a:pt x="305" y="304"/>
                    <a:pt x="517" y="304"/>
                  </a:cubicBezTo>
                  <a:cubicBezTo>
                    <a:pt x="729" y="304"/>
                    <a:pt x="901" y="476"/>
                    <a:pt x="901" y="688"/>
                  </a:cubicBezTo>
                  <a:cubicBezTo>
                    <a:pt x="901" y="900"/>
                    <a:pt x="729" y="1072"/>
                    <a:pt x="517" y="1072"/>
                  </a:cubicBezTo>
                  <a:close/>
                  <a:moveTo>
                    <a:pt x="517" y="1072"/>
                  </a:moveTo>
                  <a:cubicBezTo>
                    <a:pt x="517" y="1072"/>
                    <a:pt x="517" y="1072"/>
                    <a:pt x="517" y="107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2" name="Freeform 39"/>
            <p:cNvSpPr>
              <a:spLocks noEditPoints="1"/>
            </p:cNvSpPr>
            <p:nvPr>
              <p:custDataLst>
                <p:tags r:id="rId4"/>
              </p:custDataLst>
            </p:nvPr>
          </p:nvSpPr>
          <p:spPr bwMode="auto">
            <a:xfrm>
              <a:off x="2084388" y="1468438"/>
              <a:ext cx="317500" cy="93663"/>
            </a:xfrm>
            <a:custGeom>
              <a:avLst/>
              <a:gdLst>
                <a:gd name="T0" fmla="*/ 50 w 334"/>
                <a:gd name="T1" fmla="*/ 0 h 99"/>
                <a:gd name="T2" fmla="*/ 0 w 334"/>
                <a:gd name="T3" fmla="*/ 50 h 99"/>
                <a:gd name="T4" fmla="*/ 50 w 334"/>
                <a:gd name="T5" fmla="*/ 99 h 99"/>
                <a:gd name="T6" fmla="*/ 319 w 334"/>
                <a:gd name="T7" fmla="*/ 99 h 99"/>
                <a:gd name="T8" fmla="*/ 334 w 334"/>
                <a:gd name="T9" fmla="*/ 97 h 99"/>
                <a:gd name="T10" fmla="*/ 303 w 334"/>
                <a:gd name="T11" fmla="*/ 0 h 99"/>
                <a:gd name="T12" fmla="*/ 50 w 334"/>
                <a:gd name="T13" fmla="*/ 0 h 99"/>
                <a:gd name="T14" fmla="*/ 50 w 334"/>
                <a:gd name="T15" fmla="*/ 0 h 99"/>
                <a:gd name="T16" fmla="*/ 50 w 334"/>
                <a:gd name="T17"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99">
                  <a:moveTo>
                    <a:pt x="50" y="0"/>
                  </a:moveTo>
                  <a:cubicBezTo>
                    <a:pt x="23" y="0"/>
                    <a:pt x="0" y="22"/>
                    <a:pt x="0" y="50"/>
                  </a:cubicBezTo>
                  <a:cubicBezTo>
                    <a:pt x="0" y="77"/>
                    <a:pt x="23" y="99"/>
                    <a:pt x="50" y="99"/>
                  </a:cubicBezTo>
                  <a:cubicBezTo>
                    <a:pt x="319" y="99"/>
                    <a:pt x="319" y="99"/>
                    <a:pt x="319" y="99"/>
                  </a:cubicBezTo>
                  <a:cubicBezTo>
                    <a:pt x="325" y="99"/>
                    <a:pt x="329" y="98"/>
                    <a:pt x="334" y="97"/>
                  </a:cubicBezTo>
                  <a:cubicBezTo>
                    <a:pt x="321" y="66"/>
                    <a:pt x="311" y="33"/>
                    <a:pt x="303" y="0"/>
                  </a:cubicBezTo>
                  <a:cubicBezTo>
                    <a:pt x="50" y="0"/>
                    <a:pt x="50" y="0"/>
                    <a:pt x="50" y="0"/>
                  </a:cubicBezTo>
                  <a:close/>
                  <a:moveTo>
                    <a:pt x="50" y="0"/>
                  </a:moveTo>
                  <a:cubicBezTo>
                    <a:pt x="50" y="0"/>
                    <a:pt x="50" y="0"/>
                    <a:pt x="5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3" name="Freeform 40"/>
            <p:cNvSpPr>
              <a:spLocks noEditPoints="1"/>
            </p:cNvSpPr>
            <p:nvPr>
              <p:custDataLst>
                <p:tags r:id="rId5"/>
              </p:custDataLst>
            </p:nvPr>
          </p:nvSpPr>
          <p:spPr bwMode="auto">
            <a:xfrm>
              <a:off x="1938338" y="1119188"/>
              <a:ext cx="463550" cy="93663"/>
            </a:xfrm>
            <a:custGeom>
              <a:avLst/>
              <a:gdLst>
                <a:gd name="T0" fmla="*/ 487 w 487"/>
                <a:gd name="T1" fmla="*/ 3 h 99"/>
                <a:gd name="T2" fmla="*/ 472 w 487"/>
                <a:gd name="T3" fmla="*/ 0 h 99"/>
                <a:gd name="T4" fmla="*/ 49 w 487"/>
                <a:gd name="T5" fmla="*/ 0 h 99"/>
                <a:gd name="T6" fmla="*/ 0 w 487"/>
                <a:gd name="T7" fmla="*/ 50 h 99"/>
                <a:gd name="T8" fmla="*/ 49 w 487"/>
                <a:gd name="T9" fmla="*/ 99 h 99"/>
                <a:gd name="T10" fmla="*/ 456 w 487"/>
                <a:gd name="T11" fmla="*/ 99 h 99"/>
                <a:gd name="T12" fmla="*/ 487 w 487"/>
                <a:gd name="T13" fmla="*/ 3 h 99"/>
                <a:gd name="T14" fmla="*/ 487 w 487"/>
                <a:gd name="T15" fmla="*/ 3 h 99"/>
                <a:gd name="T16" fmla="*/ 487 w 487"/>
                <a:gd name="T17" fmla="*/ 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7" h="99">
                  <a:moveTo>
                    <a:pt x="487" y="3"/>
                  </a:moveTo>
                  <a:cubicBezTo>
                    <a:pt x="482" y="2"/>
                    <a:pt x="477" y="0"/>
                    <a:pt x="472" y="0"/>
                  </a:cubicBezTo>
                  <a:cubicBezTo>
                    <a:pt x="49" y="0"/>
                    <a:pt x="49" y="0"/>
                    <a:pt x="49" y="0"/>
                  </a:cubicBezTo>
                  <a:cubicBezTo>
                    <a:pt x="22" y="0"/>
                    <a:pt x="0" y="23"/>
                    <a:pt x="0" y="50"/>
                  </a:cubicBezTo>
                  <a:cubicBezTo>
                    <a:pt x="0" y="77"/>
                    <a:pt x="22" y="99"/>
                    <a:pt x="49" y="99"/>
                  </a:cubicBezTo>
                  <a:cubicBezTo>
                    <a:pt x="456" y="99"/>
                    <a:pt x="456" y="99"/>
                    <a:pt x="456" y="99"/>
                  </a:cubicBezTo>
                  <a:cubicBezTo>
                    <a:pt x="464" y="67"/>
                    <a:pt x="474" y="34"/>
                    <a:pt x="487" y="3"/>
                  </a:cubicBezTo>
                  <a:close/>
                  <a:moveTo>
                    <a:pt x="487" y="3"/>
                  </a:moveTo>
                  <a:cubicBezTo>
                    <a:pt x="487" y="3"/>
                    <a:pt x="487" y="3"/>
                    <a:pt x="487"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4" name="Freeform 41"/>
            <p:cNvSpPr>
              <a:spLocks noEditPoints="1"/>
            </p:cNvSpPr>
            <p:nvPr>
              <p:custDataLst>
                <p:tags r:id="rId6"/>
              </p:custDataLst>
            </p:nvPr>
          </p:nvSpPr>
          <p:spPr bwMode="auto">
            <a:xfrm>
              <a:off x="2003425" y="1293813"/>
              <a:ext cx="357188" cy="95250"/>
            </a:xfrm>
            <a:custGeom>
              <a:avLst/>
              <a:gdLst>
                <a:gd name="T0" fmla="*/ 372 w 375"/>
                <a:gd name="T1" fmla="*/ 49 h 99"/>
                <a:gd name="T2" fmla="*/ 375 w 375"/>
                <a:gd name="T3" fmla="*/ 0 h 99"/>
                <a:gd name="T4" fmla="*/ 50 w 375"/>
                <a:gd name="T5" fmla="*/ 0 h 99"/>
                <a:gd name="T6" fmla="*/ 0 w 375"/>
                <a:gd name="T7" fmla="*/ 49 h 99"/>
                <a:gd name="T8" fmla="*/ 50 w 375"/>
                <a:gd name="T9" fmla="*/ 99 h 99"/>
                <a:gd name="T10" fmla="*/ 374 w 375"/>
                <a:gd name="T11" fmla="*/ 99 h 99"/>
                <a:gd name="T12" fmla="*/ 372 w 375"/>
                <a:gd name="T13" fmla="*/ 49 h 99"/>
                <a:gd name="T14" fmla="*/ 372 w 375"/>
                <a:gd name="T15" fmla="*/ 49 h 99"/>
                <a:gd name="T16" fmla="*/ 372 w 375"/>
                <a:gd name="T17" fmla="*/ 4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5" h="99">
                  <a:moveTo>
                    <a:pt x="372" y="49"/>
                  </a:moveTo>
                  <a:cubicBezTo>
                    <a:pt x="372" y="32"/>
                    <a:pt x="373" y="16"/>
                    <a:pt x="375" y="0"/>
                  </a:cubicBezTo>
                  <a:cubicBezTo>
                    <a:pt x="50" y="0"/>
                    <a:pt x="50" y="0"/>
                    <a:pt x="50" y="0"/>
                  </a:cubicBezTo>
                  <a:cubicBezTo>
                    <a:pt x="22" y="0"/>
                    <a:pt x="0" y="22"/>
                    <a:pt x="0" y="49"/>
                  </a:cubicBezTo>
                  <a:cubicBezTo>
                    <a:pt x="0" y="76"/>
                    <a:pt x="22" y="99"/>
                    <a:pt x="50" y="99"/>
                  </a:cubicBezTo>
                  <a:cubicBezTo>
                    <a:pt x="374" y="99"/>
                    <a:pt x="374" y="99"/>
                    <a:pt x="374" y="99"/>
                  </a:cubicBezTo>
                  <a:cubicBezTo>
                    <a:pt x="373" y="83"/>
                    <a:pt x="372" y="66"/>
                    <a:pt x="372" y="49"/>
                  </a:cubicBezTo>
                  <a:close/>
                  <a:moveTo>
                    <a:pt x="372" y="49"/>
                  </a:moveTo>
                  <a:cubicBezTo>
                    <a:pt x="372" y="49"/>
                    <a:pt x="372" y="49"/>
                    <a:pt x="372" y="4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5" name="Freeform 42"/>
            <p:cNvSpPr>
              <a:spLocks noEditPoints="1"/>
            </p:cNvSpPr>
            <p:nvPr>
              <p:custDataLst>
                <p:tags r:id="rId7"/>
              </p:custDataLst>
            </p:nvPr>
          </p:nvSpPr>
          <p:spPr bwMode="auto">
            <a:xfrm>
              <a:off x="2849563" y="1185863"/>
              <a:ext cx="322263" cy="238125"/>
            </a:xfrm>
            <a:custGeom>
              <a:avLst/>
              <a:gdLst>
                <a:gd name="T0" fmla="*/ 330 w 338"/>
                <a:gd name="T1" fmla="*/ 19 h 249"/>
                <a:gd name="T2" fmla="*/ 290 w 338"/>
                <a:gd name="T3" fmla="*/ 7 h 249"/>
                <a:gd name="T4" fmla="*/ 116 w 338"/>
                <a:gd name="T5" fmla="*/ 92 h 249"/>
                <a:gd name="T6" fmla="*/ 49 w 338"/>
                <a:gd name="T7" fmla="*/ 97 h 249"/>
                <a:gd name="T8" fmla="*/ 22 w 338"/>
                <a:gd name="T9" fmla="*/ 201 h 249"/>
                <a:gd name="T10" fmla="*/ 126 w 338"/>
                <a:gd name="T11" fmla="*/ 228 h 249"/>
                <a:gd name="T12" fmla="*/ 163 w 338"/>
                <a:gd name="T13" fmla="*/ 171 h 249"/>
                <a:gd name="T14" fmla="*/ 321 w 338"/>
                <a:gd name="T15" fmla="*/ 60 h 249"/>
                <a:gd name="T16" fmla="*/ 330 w 338"/>
                <a:gd name="T17" fmla="*/ 19 h 249"/>
                <a:gd name="T18" fmla="*/ 120 w 338"/>
                <a:gd name="T19" fmla="*/ 170 h 249"/>
                <a:gd name="T20" fmla="*/ 79 w 338"/>
                <a:gd name="T21" fmla="*/ 194 h 249"/>
                <a:gd name="T22" fmla="*/ 55 w 338"/>
                <a:gd name="T23" fmla="*/ 154 h 249"/>
                <a:gd name="T24" fmla="*/ 96 w 338"/>
                <a:gd name="T25" fmla="*/ 130 h 249"/>
                <a:gd name="T26" fmla="*/ 120 w 338"/>
                <a:gd name="T27" fmla="*/ 170 h 249"/>
                <a:gd name="T28" fmla="*/ 120 w 338"/>
                <a:gd name="T29" fmla="*/ 170 h 249"/>
                <a:gd name="T30" fmla="*/ 120 w 338"/>
                <a:gd name="T31" fmla="*/ 17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8" h="249">
                  <a:moveTo>
                    <a:pt x="330" y="19"/>
                  </a:moveTo>
                  <a:cubicBezTo>
                    <a:pt x="321" y="5"/>
                    <a:pt x="304" y="0"/>
                    <a:pt x="290" y="7"/>
                  </a:cubicBezTo>
                  <a:cubicBezTo>
                    <a:pt x="116" y="92"/>
                    <a:pt x="116" y="92"/>
                    <a:pt x="116" y="92"/>
                  </a:cubicBezTo>
                  <a:cubicBezTo>
                    <a:pt x="95" y="83"/>
                    <a:pt x="70" y="84"/>
                    <a:pt x="49" y="97"/>
                  </a:cubicBezTo>
                  <a:cubicBezTo>
                    <a:pt x="12" y="118"/>
                    <a:pt x="0" y="165"/>
                    <a:pt x="22" y="201"/>
                  </a:cubicBezTo>
                  <a:cubicBezTo>
                    <a:pt x="43" y="237"/>
                    <a:pt x="90" y="249"/>
                    <a:pt x="126" y="228"/>
                  </a:cubicBezTo>
                  <a:cubicBezTo>
                    <a:pt x="147" y="215"/>
                    <a:pt x="160" y="194"/>
                    <a:pt x="163" y="171"/>
                  </a:cubicBezTo>
                  <a:cubicBezTo>
                    <a:pt x="321" y="60"/>
                    <a:pt x="321" y="60"/>
                    <a:pt x="321" y="60"/>
                  </a:cubicBezTo>
                  <a:cubicBezTo>
                    <a:pt x="334" y="51"/>
                    <a:pt x="338" y="33"/>
                    <a:pt x="330" y="19"/>
                  </a:cubicBezTo>
                  <a:close/>
                  <a:moveTo>
                    <a:pt x="120" y="170"/>
                  </a:moveTo>
                  <a:cubicBezTo>
                    <a:pt x="115" y="188"/>
                    <a:pt x="97" y="199"/>
                    <a:pt x="79" y="194"/>
                  </a:cubicBezTo>
                  <a:cubicBezTo>
                    <a:pt x="61" y="189"/>
                    <a:pt x="51" y="171"/>
                    <a:pt x="55" y="154"/>
                  </a:cubicBezTo>
                  <a:cubicBezTo>
                    <a:pt x="60" y="136"/>
                    <a:pt x="78" y="125"/>
                    <a:pt x="96" y="130"/>
                  </a:cubicBezTo>
                  <a:cubicBezTo>
                    <a:pt x="114" y="134"/>
                    <a:pt x="124" y="153"/>
                    <a:pt x="120" y="170"/>
                  </a:cubicBezTo>
                  <a:close/>
                  <a:moveTo>
                    <a:pt x="120" y="170"/>
                  </a:moveTo>
                  <a:cubicBezTo>
                    <a:pt x="120" y="170"/>
                    <a:pt x="120" y="170"/>
                    <a:pt x="120" y="17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6" name="Freeform 43"/>
            <p:cNvSpPr>
              <a:spLocks noEditPoints="1"/>
            </p:cNvSpPr>
            <p:nvPr>
              <p:custDataLst>
                <p:tags r:id="rId8"/>
              </p:custDataLst>
            </p:nvPr>
          </p:nvSpPr>
          <p:spPr bwMode="auto">
            <a:xfrm>
              <a:off x="3019425" y="1098550"/>
              <a:ext cx="65088" cy="68263"/>
            </a:xfrm>
            <a:custGeom>
              <a:avLst/>
              <a:gdLst>
                <a:gd name="T0" fmla="*/ 17 w 68"/>
                <a:gd name="T1" fmla="*/ 63 h 72"/>
                <a:gd name="T2" fmla="*/ 60 w 68"/>
                <a:gd name="T3" fmla="*/ 51 h 72"/>
                <a:gd name="T4" fmla="*/ 48 w 68"/>
                <a:gd name="T5" fmla="*/ 9 h 72"/>
                <a:gd name="T6" fmla="*/ 5 w 68"/>
                <a:gd name="T7" fmla="*/ 21 h 72"/>
                <a:gd name="T8" fmla="*/ 6 w 68"/>
                <a:gd name="T9" fmla="*/ 52 h 72"/>
                <a:gd name="T10" fmla="*/ 17 w 68"/>
                <a:gd name="T11" fmla="*/ 63 h 72"/>
                <a:gd name="T12" fmla="*/ 17 w 68"/>
                <a:gd name="T13" fmla="*/ 63 h 72"/>
                <a:gd name="T14" fmla="*/ 17 w 68"/>
                <a:gd name="T15" fmla="*/ 63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72">
                  <a:moveTo>
                    <a:pt x="17" y="63"/>
                  </a:moveTo>
                  <a:cubicBezTo>
                    <a:pt x="32" y="72"/>
                    <a:pt x="51" y="66"/>
                    <a:pt x="60" y="51"/>
                  </a:cubicBezTo>
                  <a:cubicBezTo>
                    <a:pt x="68" y="36"/>
                    <a:pt x="63" y="17"/>
                    <a:pt x="48" y="9"/>
                  </a:cubicBezTo>
                  <a:cubicBezTo>
                    <a:pt x="33" y="0"/>
                    <a:pt x="14" y="6"/>
                    <a:pt x="5" y="21"/>
                  </a:cubicBezTo>
                  <a:cubicBezTo>
                    <a:pt x="0" y="31"/>
                    <a:pt x="0" y="43"/>
                    <a:pt x="6" y="52"/>
                  </a:cubicBezTo>
                  <a:cubicBezTo>
                    <a:pt x="8" y="56"/>
                    <a:pt x="12" y="60"/>
                    <a:pt x="17" y="63"/>
                  </a:cubicBezTo>
                  <a:close/>
                  <a:moveTo>
                    <a:pt x="17" y="63"/>
                  </a:moveTo>
                  <a:cubicBezTo>
                    <a:pt x="17" y="63"/>
                    <a:pt x="17" y="63"/>
                    <a:pt x="17"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7" name="Freeform 44"/>
            <p:cNvSpPr>
              <a:spLocks noEditPoints="1"/>
            </p:cNvSpPr>
            <p:nvPr>
              <p:custDataLst>
                <p:tags r:id="rId9"/>
              </p:custDataLst>
            </p:nvPr>
          </p:nvSpPr>
          <p:spPr bwMode="auto">
            <a:xfrm>
              <a:off x="2901950" y="1071563"/>
              <a:ext cx="58738" cy="60325"/>
            </a:xfrm>
            <a:custGeom>
              <a:avLst/>
              <a:gdLst>
                <a:gd name="T0" fmla="*/ 31 w 62"/>
                <a:gd name="T1" fmla="*/ 62 h 63"/>
                <a:gd name="T2" fmla="*/ 62 w 62"/>
                <a:gd name="T3" fmla="*/ 31 h 63"/>
                <a:gd name="T4" fmla="*/ 31 w 62"/>
                <a:gd name="T5" fmla="*/ 0 h 63"/>
                <a:gd name="T6" fmla="*/ 0 w 62"/>
                <a:gd name="T7" fmla="*/ 31 h 63"/>
                <a:gd name="T8" fmla="*/ 4 w 62"/>
                <a:gd name="T9" fmla="*/ 47 h 63"/>
                <a:gd name="T10" fmla="*/ 31 w 62"/>
                <a:gd name="T11" fmla="*/ 62 h 63"/>
                <a:gd name="T12" fmla="*/ 31 w 62"/>
                <a:gd name="T13" fmla="*/ 62 h 63"/>
                <a:gd name="T14" fmla="*/ 31 w 62"/>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63">
                  <a:moveTo>
                    <a:pt x="31" y="62"/>
                  </a:moveTo>
                  <a:cubicBezTo>
                    <a:pt x="48" y="62"/>
                    <a:pt x="62" y="48"/>
                    <a:pt x="62" y="31"/>
                  </a:cubicBezTo>
                  <a:cubicBezTo>
                    <a:pt x="62" y="14"/>
                    <a:pt x="48" y="0"/>
                    <a:pt x="31" y="0"/>
                  </a:cubicBezTo>
                  <a:cubicBezTo>
                    <a:pt x="13" y="0"/>
                    <a:pt x="0" y="14"/>
                    <a:pt x="0" y="31"/>
                  </a:cubicBezTo>
                  <a:cubicBezTo>
                    <a:pt x="0" y="37"/>
                    <a:pt x="1" y="43"/>
                    <a:pt x="4" y="47"/>
                  </a:cubicBezTo>
                  <a:cubicBezTo>
                    <a:pt x="9" y="56"/>
                    <a:pt x="20" y="63"/>
                    <a:pt x="31" y="62"/>
                  </a:cubicBezTo>
                  <a:close/>
                  <a:moveTo>
                    <a:pt x="31" y="62"/>
                  </a:moveTo>
                  <a:cubicBezTo>
                    <a:pt x="31" y="62"/>
                    <a:pt x="31" y="62"/>
                    <a:pt x="31" y="6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8" name="Freeform 45"/>
            <p:cNvSpPr>
              <a:spLocks noEditPoints="1"/>
            </p:cNvSpPr>
            <p:nvPr>
              <p:custDataLst>
                <p:tags r:id="rId10"/>
              </p:custDataLst>
            </p:nvPr>
          </p:nvSpPr>
          <p:spPr bwMode="auto">
            <a:xfrm>
              <a:off x="2905125" y="1550988"/>
              <a:ext cx="60325" cy="58738"/>
            </a:xfrm>
            <a:custGeom>
              <a:avLst/>
              <a:gdLst>
                <a:gd name="T0" fmla="*/ 31 w 63"/>
                <a:gd name="T1" fmla="*/ 0 h 63"/>
                <a:gd name="T2" fmla="*/ 0 w 63"/>
                <a:gd name="T3" fmla="*/ 32 h 63"/>
                <a:gd name="T4" fmla="*/ 4 w 63"/>
                <a:gd name="T5" fmla="*/ 47 h 63"/>
                <a:gd name="T6" fmla="*/ 32 w 63"/>
                <a:gd name="T7" fmla="*/ 63 h 63"/>
                <a:gd name="T8" fmla="*/ 62 w 63"/>
                <a:gd name="T9" fmla="*/ 31 h 63"/>
                <a:gd name="T10" fmla="*/ 31 w 63"/>
                <a:gd name="T11" fmla="*/ 0 h 63"/>
                <a:gd name="T12" fmla="*/ 31 w 63"/>
                <a:gd name="T13" fmla="*/ 0 h 63"/>
                <a:gd name="T14" fmla="*/ 31 w 63"/>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31" y="0"/>
                  </a:moveTo>
                  <a:cubicBezTo>
                    <a:pt x="14" y="0"/>
                    <a:pt x="0" y="15"/>
                    <a:pt x="0" y="32"/>
                  </a:cubicBezTo>
                  <a:cubicBezTo>
                    <a:pt x="0" y="38"/>
                    <a:pt x="2" y="43"/>
                    <a:pt x="4" y="47"/>
                  </a:cubicBezTo>
                  <a:cubicBezTo>
                    <a:pt x="10" y="56"/>
                    <a:pt x="20" y="63"/>
                    <a:pt x="32" y="63"/>
                  </a:cubicBezTo>
                  <a:cubicBezTo>
                    <a:pt x="49" y="62"/>
                    <a:pt x="63" y="48"/>
                    <a:pt x="62" y="31"/>
                  </a:cubicBezTo>
                  <a:cubicBezTo>
                    <a:pt x="63" y="14"/>
                    <a:pt x="48" y="0"/>
                    <a:pt x="31" y="0"/>
                  </a:cubicBezTo>
                  <a:close/>
                  <a:moveTo>
                    <a:pt x="31" y="0"/>
                  </a:moveTo>
                  <a:cubicBezTo>
                    <a:pt x="31" y="0"/>
                    <a:pt x="31" y="0"/>
                    <a:pt x="3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9" name="Freeform 46"/>
            <p:cNvSpPr>
              <a:spLocks noEditPoints="1"/>
            </p:cNvSpPr>
            <p:nvPr>
              <p:custDataLst>
                <p:tags r:id="rId11"/>
              </p:custDataLst>
            </p:nvPr>
          </p:nvSpPr>
          <p:spPr bwMode="auto">
            <a:xfrm>
              <a:off x="3021013" y="1512888"/>
              <a:ext cx="68263" cy="68263"/>
            </a:xfrm>
            <a:custGeom>
              <a:avLst/>
              <a:gdLst>
                <a:gd name="T0" fmla="*/ 20 w 71"/>
                <a:gd name="T1" fmla="*/ 9 h 71"/>
                <a:gd name="T2" fmla="*/ 9 w 71"/>
                <a:gd name="T3" fmla="*/ 51 h 71"/>
                <a:gd name="T4" fmla="*/ 52 w 71"/>
                <a:gd name="T5" fmla="*/ 62 h 71"/>
                <a:gd name="T6" fmla="*/ 63 w 71"/>
                <a:gd name="T7" fmla="*/ 20 h 71"/>
                <a:gd name="T8" fmla="*/ 20 w 71"/>
                <a:gd name="T9" fmla="*/ 9 h 71"/>
                <a:gd name="T10" fmla="*/ 20 w 71"/>
                <a:gd name="T11" fmla="*/ 9 h 71"/>
                <a:gd name="T12" fmla="*/ 20 w 71"/>
                <a:gd name="T13" fmla="*/ 9 h 71"/>
              </a:gdLst>
              <a:ahLst/>
              <a:cxnLst>
                <a:cxn ang="0">
                  <a:pos x="T0" y="T1"/>
                </a:cxn>
                <a:cxn ang="0">
                  <a:pos x="T2" y="T3"/>
                </a:cxn>
                <a:cxn ang="0">
                  <a:pos x="T4" y="T5"/>
                </a:cxn>
                <a:cxn ang="0">
                  <a:pos x="T6" y="T7"/>
                </a:cxn>
                <a:cxn ang="0">
                  <a:pos x="T8" y="T9"/>
                </a:cxn>
                <a:cxn ang="0">
                  <a:pos x="T10" y="T11"/>
                </a:cxn>
                <a:cxn ang="0">
                  <a:pos x="T12" y="T13"/>
                </a:cxn>
              </a:cxnLst>
              <a:rect l="0" t="0" r="r" b="b"/>
              <a:pathLst>
                <a:path w="71" h="71">
                  <a:moveTo>
                    <a:pt x="20" y="9"/>
                  </a:moveTo>
                  <a:cubicBezTo>
                    <a:pt x="5" y="17"/>
                    <a:pt x="0" y="37"/>
                    <a:pt x="9" y="51"/>
                  </a:cubicBezTo>
                  <a:cubicBezTo>
                    <a:pt x="17" y="66"/>
                    <a:pt x="37" y="71"/>
                    <a:pt x="52" y="62"/>
                  </a:cubicBezTo>
                  <a:cubicBezTo>
                    <a:pt x="66" y="54"/>
                    <a:pt x="71" y="34"/>
                    <a:pt x="63" y="20"/>
                  </a:cubicBezTo>
                  <a:cubicBezTo>
                    <a:pt x="54" y="5"/>
                    <a:pt x="34" y="0"/>
                    <a:pt x="20" y="9"/>
                  </a:cubicBezTo>
                  <a:close/>
                  <a:moveTo>
                    <a:pt x="20" y="9"/>
                  </a:moveTo>
                  <a:cubicBezTo>
                    <a:pt x="20" y="9"/>
                    <a:pt x="20" y="9"/>
                    <a:pt x="2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0" name="Freeform 47"/>
            <p:cNvSpPr>
              <a:spLocks noEditPoints="1"/>
            </p:cNvSpPr>
            <p:nvPr>
              <p:custDataLst>
                <p:tags r:id="rId12"/>
              </p:custDataLst>
            </p:nvPr>
          </p:nvSpPr>
          <p:spPr bwMode="auto">
            <a:xfrm>
              <a:off x="3109913" y="1425575"/>
              <a:ext cx="65088" cy="68263"/>
            </a:xfrm>
            <a:custGeom>
              <a:avLst/>
              <a:gdLst>
                <a:gd name="T0" fmla="*/ 48 w 68"/>
                <a:gd name="T1" fmla="*/ 8 h 71"/>
                <a:gd name="T2" fmla="*/ 5 w 68"/>
                <a:gd name="T3" fmla="*/ 20 h 71"/>
                <a:gd name="T4" fmla="*/ 6 w 68"/>
                <a:gd name="T5" fmla="*/ 51 h 71"/>
                <a:gd name="T6" fmla="*/ 17 w 68"/>
                <a:gd name="T7" fmla="*/ 62 h 71"/>
                <a:gd name="T8" fmla="*/ 60 w 68"/>
                <a:gd name="T9" fmla="*/ 50 h 71"/>
                <a:gd name="T10" fmla="*/ 48 w 68"/>
                <a:gd name="T11" fmla="*/ 8 h 71"/>
                <a:gd name="T12" fmla="*/ 48 w 68"/>
                <a:gd name="T13" fmla="*/ 8 h 71"/>
                <a:gd name="T14" fmla="*/ 48 w 68"/>
                <a:gd name="T15" fmla="*/ 8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71">
                  <a:moveTo>
                    <a:pt x="48" y="8"/>
                  </a:moveTo>
                  <a:cubicBezTo>
                    <a:pt x="33" y="0"/>
                    <a:pt x="14" y="5"/>
                    <a:pt x="5" y="20"/>
                  </a:cubicBezTo>
                  <a:cubicBezTo>
                    <a:pt x="0" y="30"/>
                    <a:pt x="0" y="42"/>
                    <a:pt x="6" y="51"/>
                  </a:cubicBezTo>
                  <a:cubicBezTo>
                    <a:pt x="8" y="56"/>
                    <a:pt x="12" y="60"/>
                    <a:pt x="17" y="62"/>
                  </a:cubicBezTo>
                  <a:cubicBezTo>
                    <a:pt x="32" y="71"/>
                    <a:pt x="51" y="66"/>
                    <a:pt x="60" y="50"/>
                  </a:cubicBezTo>
                  <a:cubicBezTo>
                    <a:pt x="68" y="35"/>
                    <a:pt x="63" y="16"/>
                    <a:pt x="48" y="8"/>
                  </a:cubicBezTo>
                  <a:close/>
                  <a:moveTo>
                    <a:pt x="48" y="8"/>
                  </a:moveTo>
                  <a:cubicBezTo>
                    <a:pt x="48" y="8"/>
                    <a:pt x="48" y="8"/>
                    <a:pt x="48"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1" name="Freeform 48"/>
            <p:cNvSpPr>
              <a:spLocks noEditPoints="1"/>
            </p:cNvSpPr>
            <p:nvPr>
              <p:custDataLst>
                <p:tags r:id="rId13"/>
              </p:custDataLst>
            </p:nvPr>
          </p:nvSpPr>
          <p:spPr bwMode="auto">
            <a:xfrm>
              <a:off x="2663825" y="1314450"/>
              <a:ext cx="60325" cy="60325"/>
            </a:xfrm>
            <a:custGeom>
              <a:avLst/>
              <a:gdLst>
                <a:gd name="T0" fmla="*/ 63 w 63"/>
                <a:gd name="T1" fmla="*/ 31 h 63"/>
                <a:gd name="T2" fmla="*/ 31 w 63"/>
                <a:gd name="T3" fmla="*/ 0 h 63"/>
                <a:gd name="T4" fmla="*/ 0 w 63"/>
                <a:gd name="T5" fmla="*/ 31 h 63"/>
                <a:gd name="T6" fmla="*/ 5 w 63"/>
                <a:gd name="T7" fmla="*/ 47 h 63"/>
                <a:gd name="T8" fmla="*/ 32 w 63"/>
                <a:gd name="T9" fmla="*/ 62 h 63"/>
                <a:gd name="T10" fmla="*/ 63 w 63"/>
                <a:gd name="T11" fmla="*/ 31 h 63"/>
                <a:gd name="T12" fmla="*/ 63 w 63"/>
                <a:gd name="T13" fmla="*/ 31 h 63"/>
                <a:gd name="T14" fmla="*/ 63 w 63"/>
                <a:gd name="T15" fmla="*/ 31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63" y="31"/>
                  </a:moveTo>
                  <a:cubicBezTo>
                    <a:pt x="63" y="14"/>
                    <a:pt x="48" y="0"/>
                    <a:pt x="31" y="0"/>
                  </a:cubicBezTo>
                  <a:cubicBezTo>
                    <a:pt x="14" y="0"/>
                    <a:pt x="0" y="14"/>
                    <a:pt x="0" y="31"/>
                  </a:cubicBezTo>
                  <a:cubicBezTo>
                    <a:pt x="0" y="37"/>
                    <a:pt x="2" y="42"/>
                    <a:pt x="5" y="47"/>
                  </a:cubicBezTo>
                  <a:cubicBezTo>
                    <a:pt x="10" y="56"/>
                    <a:pt x="20" y="63"/>
                    <a:pt x="32" y="62"/>
                  </a:cubicBezTo>
                  <a:cubicBezTo>
                    <a:pt x="49" y="62"/>
                    <a:pt x="63" y="48"/>
                    <a:pt x="63" y="31"/>
                  </a:cubicBezTo>
                  <a:close/>
                  <a:moveTo>
                    <a:pt x="63" y="31"/>
                  </a:moveTo>
                  <a:cubicBezTo>
                    <a:pt x="63" y="31"/>
                    <a:pt x="63" y="31"/>
                    <a:pt x="6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2" name="Freeform 49"/>
            <p:cNvSpPr>
              <a:spLocks noEditPoints="1"/>
            </p:cNvSpPr>
            <p:nvPr>
              <p:custDataLst>
                <p:tags r:id="rId14"/>
              </p:custDataLst>
            </p:nvPr>
          </p:nvSpPr>
          <p:spPr bwMode="auto">
            <a:xfrm>
              <a:off x="2693988" y="1428750"/>
              <a:ext cx="66675" cy="68263"/>
            </a:xfrm>
            <a:custGeom>
              <a:avLst/>
              <a:gdLst>
                <a:gd name="T0" fmla="*/ 20 w 71"/>
                <a:gd name="T1" fmla="*/ 9 h 72"/>
                <a:gd name="T2" fmla="*/ 9 w 71"/>
                <a:gd name="T3" fmla="*/ 52 h 72"/>
                <a:gd name="T4" fmla="*/ 52 w 71"/>
                <a:gd name="T5" fmla="*/ 63 h 72"/>
                <a:gd name="T6" fmla="*/ 63 w 71"/>
                <a:gd name="T7" fmla="*/ 20 h 72"/>
                <a:gd name="T8" fmla="*/ 20 w 71"/>
                <a:gd name="T9" fmla="*/ 9 h 72"/>
                <a:gd name="T10" fmla="*/ 20 w 71"/>
                <a:gd name="T11" fmla="*/ 9 h 72"/>
                <a:gd name="T12" fmla="*/ 20 w 71"/>
                <a:gd name="T13" fmla="*/ 9 h 72"/>
              </a:gdLst>
              <a:ahLst/>
              <a:cxnLst>
                <a:cxn ang="0">
                  <a:pos x="T0" y="T1"/>
                </a:cxn>
                <a:cxn ang="0">
                  <a:pos x="T2" y="T3"/>
                </a:cxn>
                <a:cxn ang="0">
                  <a:pos x="T4" y="T5"/>
                </a:cxn>
                <a:cxn ang="0">
                  <a:pos x="T6" y="T7"/>
                </a:cxn>
                <a:cxn ang="0">
                  <a:pos x="T8" y="T9"/>
                </a:cxn>
                <a:cxn ang="0">
                  <a:pos x="T10" y="T11"/>
                </a:cxn>
                <a:cxn ang="0">
                  <a:pos x="T12" y="T13"/>
                </a:cxn>
              </a:cxnLst>
              <a:rect l="0" t="0" r="r" b="b"/>
              <a:pathLst>
                <a:path w="71" h="72">
                  <a:moveTo>
                    <a:pt x="20" y="9"/>
                  </a:moveTo>
                  <a:cubicBezTo>
                    <a:pt x="5" y="18"/>
                    <a:pt x="0" y="37"/>
                    <a:pt x="9" y="52"/>
                  </a:cubicBezTo>
                  <a:cubicBezTo>
                    <a:pt x="18" y="67"/>
                    <a:pt x="37" y="72"/>
                    <a:pt x="52" y="63"/>
                  </a:cubicBezTo>
                  <a:cubicBezTo>
                    <a:pt x="67" y="54"/>
                    <a:pt x="71" y="35"/>
                    <a:pt x="63" y="20"/>
                  </a:cubicBezTo>
                  <a:cubicBezTo>
                    <a:pt x="54" y="6"/>
                    <a:pt x="35" y="0"/>
                    <a:pt x="20" y="9"/>
                  </a:cubicBezTo>
                  <a:close/>
                  <a:moveTo>
                    <a:pt x="20" y="9"/>
                  </a:moveTo>
                  <a:cubicBezTo>
                    <a:pt x="20" y="9"/>
                    <a:pt x="20" y="9"/>
                    <a:pt x="2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3" name="Freeform 50"/>
            <p:cNvSpPr>
              <a:spLocks noEditPoints="1"/>
            </p:cNvSpPr>
            <p:nvPr>
              <p:custDataLst>
                <p:tags r:id="rId15"/>
              </p:custDataLst>
            </p:nvPr>
          </p:nvSpPr>
          <p:spPr bwMode="auto">
            <a:xfrm>
              <a:off x="3141663" y="1309688"/>
              <a:ext cx="61913" cy="58738"/>
            </a:xfrm>
            <a:custGeom>
              <a:avLst/>
              <a:gdLst>
                <a:gd name="T0" fmla="*/ 1 w 64"/>
                <a:gd name="T1" fmla="*/ 31 h 62"/>
                <a:gd name="T2" fmla="*/ 5 w 64"/>
                <a:gd name="T3" fmla="*/ 47 h 62"/>
                <a:gd name="T4" fmla="*/ 32 w 64"/>
                <a:gd name="T5" fmla="*/ 62 h 62"/>
                <a:gd name="T6" fmla="*/ 64 w 64"/>
                <a:gd name="T7" fmla="*/ 31 h 62"/>
                <a:gd name="T8" fmla="*/ 32 w 64"/>
                <a:gd name="T9" fmla="*/ 0 h 62"/>
                <a:gd name="T10" fmla="*/ 1 w 64"/>
                <a:gd name="T11" fmla="*/ 31 h 62"/>
                <a:gd name="T12" fmla="*/ 1 w 64"/>
                <a:gd name="T13" fmla="*/ 31 h 62"/>
                <a:gd name="T14" fmla="*/ 1 w 64"/>
                <a:gd name="T15" fmla="*/ 31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62">
                  <a:moveTo>
                    <a:pt x="1" y="31"/>
                  </a:moveTo>
                  <a:cubicBezTo>
                    <a:pt x="1" y="37"/>
                    <a:pt x="2" y="42"/>
                    <a:pt x="5" y="47"/>
                  </a:cubicBezTo>
                  <a:cubicBezTo>
                    <a:pt x="11" y="56"/>
                    <a:pt x="21" y="62"/>
                    <a:pt x="32" y="62"/>
                  </a:cubicBezTo>
                  <a:cubicBezTo>
                    <a:pt x="50" y="62"/>
                    <a:pt x="64" y="48"/>
                    <a:pt x="64" y="31"/>
                  </a:cubicBezTo>
                  <a:cubicBezTo>
                    <a:pt x="64" y="14"/>
                    <a:pt x="49" y="0"/>
                    <a:pt x="32" y="0"/>
                  </a:cubicBezTo>
                  <a:cubicBezTo>
                    <a:pt x="15" y="0"/>
                    <a:pt x="0" y="14"/>
                    <a:pt x="1" y="31"/>
                  </a:cubicBezTo>
                  <a:close/>
                  <a:moveTo>
                    <a:pt x="1" y="31"/>
                  </a:moveTo>
                  <a:cubicBezTo>
                    <a:pt x="1" y="31"/>
                    <a:pt x="1" y="31"/>
                    <a:pt x="1"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4" name="Freeform 51"/>
            <p:cNvSpPr>
              <a:spLocks noEditPoints="1"/>
            </p:cNvSpPr>
            <p:nvPr>
              <p:custDataLst>
                <p:tags r:id="rId16"/>
              </p:custDataLst>
            </p:nvPr>
          </p:nvSpPr>
          <p:spPr bwMode="auto">
            <a:xfrm>
              <a:off x="2693988" y="1190625"/>
              <a:ext cx="65088" cy="66675"/>
            </a:xfrm>
            <a:custGeom>
              <a:avLst/>
              <a:gdLst>
                <a:gd name="T0" fmla="*/ 18 w 69"/>
                <a:gd name="T1" fmla="*/ 63 h 71"/>
                <a:gd name="T2" fmla="*/ 60 w 69"/>
                <a:gd name="T3" fmla="*/ 51 h 71"/>
                <a:gd name="T4" fmla="*/ 48 w 69"/>
                <a:gd name="T5" fmla="*/ 8 h 71"/>
                <a:gd name="T6" fmla="*/ 6 w 69"/>
                <a:gd name="T7" fmla="*/ 20 h 71"/>
                <a:gd name="T8" fmla="*/ 6 w 69"/>
                <a:gd name="T9" fmla="*/ 51 h 71"/>
                <a:gd name="T10" fmla="*/ 18 w 69"/>
                <a:gd name="T11" fmla="*/ 63 h 71"/>
                <a:gd name="T12" fmla="*/ 18 w 69"/>
                <a:gd name="T13" fmla="*/ 63 h 71"/>
                <a:gd name="T14" fmla="*/ 18 w 69"/>
                <a:gd name="T15" fmla="*/ 63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1">
                  <a:moveTo>
                    <a:pt x="18" y="63"/>
                  </a:moveTo>
                  <a:cubicBezTo>
                    <a:pt x="33" y="71"/>
                    <a:pt x="52" y="66"/>
                    <a:pt x="60" y="51"/>
                  </a:cubicBezTo>
                  <a:cubicBezTo>
                    <a:pt x="69" y="36"/>
                    <a:pt x="63" y="17"/>
                    <a:pt x="48" y="8"/>
                  </a:cubicBezTo>
                  <a:cubicBezTo>
                    <a:pt x="33" y="0"/>
                    <a:pt x="14" y="5"/>
                    <a:pt x="6" y="20"/>
                  </a:cubicBezTo>
                  <a:cubicBezTo>
                    <a:pt x="0" y="30"/>
                    <a:pt x="0" y="42"/>
                    <a:pt x="6" y="51"/>
                  </a:cubicBezTo>
                  <a:cubicBezTo>
                    <a:pt x="9" y="56"/>
                    <a:pt x="13" y="60"/>
                    <a:pt x="18" y="63"/>
                  </a:cubicBezTo>
                  <a:close/>
                  <a:moveTo>
                    <a:pt x="18" y="63"/>
                  </a:moveTo>
                  <a:cubicBezTo>
                    <a:pt x="18" y="63"/>
                    <a:pt x="18" y="63"/>
                    <a:pt x="18"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5" name="Freeform 52"/>
            <p:cNvSpPr>
              <a:spLocks noEditPoints="1"/>
            </p:cNvSpPr>
            <p:nvPr>
              <p:custDataLst>
                <p:tags r:id="rId17"/>
              </p:custDataLst>
            </p:nvPr>
          </p:nvSpPr>
          <p:spPr bwMode="auto">
            <a:xfrm>
              <a:off x="2776538" y="1100138"/>
              <a:ext cx="69850" cy="69850"/>
            </a:xfrm>
            <a:custGeom>
              <a:avLst/>
              <a:gdLst>
                <a:gd name="T0" fmla="*/ 52 w 72"/>
                <a:gd name="T1" fmla="*/ 63 h 72"/>
                <a:gd name="T2" fmla="*/ 52 w 72"/>
                <a:gd name="T3" fmla="*/ 63 h 72"/>
                <a:gd name="T4" fmla="*/ 52 w 72"/>
                <a:gd name="T5" fmla="*/ 63 h 72"/>
                <a:gd name="T6" fmla="*/ 53 w 72"/>
                <a:gd name="T7" fmla="*/ 63 h 72"/>
                <a:gd name="T8" fmla="*/ 63 w 72"/>
                <a:gd name="T9" fmla="*/ 20 h 72"/>
                <a:gd name="T10" fmla="*/ 21 w 72"/>
                <a:gd name="T11" fmla="*/ 9 h 72"/>
                <a:gd name="T12" fmla="*/ 20 w 72"/>
                <a:gd name="T13" fmla="*/ 9 h 72"/>
                <a:gd name="T14" fmla="*/ 20 w 72"/>
                <a:gd name="T15" fmla="*/ 10 h 72"/>
                <a:gd name="T16" fmla="*/ 9 w 72"/>
                <a:gd name="T17" fmla="*/ 52 h 72"/>
                <a:gd name="T18" fmla="*/ 52 w 72"/>
                <a:gd name="T19" fmla="*/ 63 h 72"/>
                <a:gd name="T20" fmla="*/ 52 w 72"/>
                <a:gd name="T21" fmla="*/ 63 h 72"/>
                <a:gd name="T22" fmla="*/ 52 w 72"/>
                <a:gd name="T23" fmla="*/ 63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 h="72">
                  <a:moveTo>
                    <a:pt x="52" y="63"/>
                  </a:moveTo>
                  <a:cubicBezTo>
                    <a:pt x="52" y="63"/>
                    <a:pt x="52" y="63"/>
                    <a:pt x="52" y="63"/>
                  </a:cubicBezTo>
                  <a:cubicBezTo>
                    <a:pt x="52" y="63"/>
                    <a:pt x="52" y="63"/>
                    <a:pt x="52" y="63"/>
                  </a:cubicBezTo>
                  <a:cubicBezTo>
                    <a:pt x="53" y="63"/>
                    <a:pt x="53" y="63"/>
                    <a:pt x="53" y="63"/>
                  </a:cubicBezTo>
                  <a:cubicBezTo>
                    <a:pt x="67" y="54"/>
                    <a:pt x="72" y="35"/>
                    <a:pt x="63" y="20"/>
                  </a:cubicBezTo>
                  <a:cubicBezTo>
                    <a:pt x="55" y="5"/>
                    <a:pt x="36" y="0"/>
                    <a:pt x="21" y="9"/>
                  </a:cubicBezTo>
                  <a:cubicBezTo>
                    <a:pt x="21" y="9"/>
                    <a:pt x="20" y="9"/>
                    <a:pt x="20" y="9"/>
                  </a:cubicBezTo>
                  <a:cubicBezTo>
                    <a:pt x="20" y="9"/>
                    <a:pt x="20" y="10"/>
                    <a:pt x="20" y="10"/>
                  </a:cubicBezTo>
                  <a:cubicBezTo>
                    <a:pt x="5" y="18"/>
                    <a:pt x="0" y="38"/>
                    <a:pt x="9" y="52"/>
                  </a:cubicBezTo>
                  <a:cubicBezTo>
                    <a:pt x="18" y="67"/>
                    <a:pt x="37" y="72"/>
                    <a:pt x="52" y="63"/>
                  </a:cubicBezTo>
                  <a:close/>
                  <a:moveTo>
                    <a:pt x="52" y="63"/>
                  </a:moveTo>
                  <a:cubicBezTo>
                    <a:pt x="52" y="63"/>
                    <a:pt x="52" y="63"/>
                    <a:pt x="52"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6" name="Freeform 53"/>
            <p:cNvSpPr>
              <a:spLocks noEditPoints="1"/>
            </p:cNvSpPr>
            <p:nvPr>
              <p:custDataLst>
                <p:tags r:id="rId18"/>
              </p:custDataLst>
            </p:nvPr>
          </p:nvSpPr>
          <p:spPr bwMode="auto">
            <a:xfrm>
              <a:off x="2784475" y="1514475"/>
              <a:ext cx="65088" cy="69850"/>
            </a:xfrm>
            <a:custGeom>
              <a:avLst/>
              <a:gdLst>
                <a:gd name="T0" fmla="*/ 49 w 69"/>
                <a:gd name="T1" fmla="*/ 9 h 72"/>
                <a:gd name="T2" fmla="*/ 6 w 69"/>
                <a:gd name="T3" fmla="*/ 21 h 72"/>
                <a:gd name="T4" fmla="*/ 7 w 69"/>
                <a:gd name="T5" fmla="*/ 52 h 72"/>
                <a:gd name="T6" fmla="*/ 18 w 69"/>
                <a:gd name="T7" fmla="*/ 64 h 72"/>
                <a:gd name="T8" fmla="*/ 61 w 69"/>
                <a:gd name="T9" fmla="*/ 52 h 72"/>
                <a:gd name="T10" fmla="*/ 49 w 69"/>
                <a:gd name="T11" fmla="*/ 9 h 72"/>
                <a:gd name="T12" fmla="*/ 49 w 69"/>
                <a:gd name="T13" fmla="*/ 9 h 72"/>
                <a:gd name="T14" fmla="*/ 49 w 69"/>
                <a:gd name="T15" fmla="*/ 9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2">
                  <a:moveTo>
                    <a:pt x="49" y="9"/>
                  </a:moveTo>
                  <a:cubicBezTo>
                    <a:pt x="34" y="0"/>
                    <a:pt x="15" y="6"/>
                    <a:pt x="6" y="21"/>
                  </a:cubicBezTo>
                  <a:cubicBezTo>
                    <a:pt x="0" y="31"/>
                    <a:pt x="1" y="43"/>
                    <a:pt x="7" y="52"/>
                  </a:cubicBezTo>
                  <a:cubicBezTo>
                    <a:pt x="9" y="57"/>
                    <a:pt x="13" y="61"/>
                    <a:pt x="18" y="64"/>
                  </a:cubicBezTo>
                  <a:cubicBezTo>
                    <a:pt x="33" y="72"/>
                    <a:pt x="52" y="67"/>
                    <a:pt x="61" y="52"/>
                  </a:cubicBezTo>
                  <a:cubicBezTo>
                    <a:pt x="69" y="36"/>
                    <a:pt x="64" y="18"/>
                    <a:pt x="49" y="9"/>
                  </a:cubicBezTo>
                  <a:close/>
                  <a:moveTo>
                    <a:pt x="49" y="9"/>
                  </a:moveTo>
                  <a:cubicBezTo>
                    <a:pt x="49" y="9"/>
                    <a:pt x="49" y="9"/>
                    <a:pt x="49"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grpSp>
      <p:sp>
        <p:nvSpPr>
          <p:cNvPr id="29" name="矩形 28"/>
          <p:cNvSpPr/>
          <p:nvPr>
            <p:custDataLst>
              <p:tags r:id="rId1"/>
            </p:custDataLst>
          </p:nvPr>
        </p:nvSpPr>
        <p:spPr>
          <a:xfrm>
            <a:off x="2107843" y="3783662"/>
            <a:ext cx="6059782" cy="45021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900" dirty="0">
                <a:solidFill>
                  <a:schemeClr val="bg1">
                    <a:lumMod val="65000"/>
                  </a:schemeClr>
                </a:solidFill>
                <a:latin typeface="阿里巴巴普惠体" panose="00020600040101010101" pitchFamily="18" charset="-122"/>
                <a:ea typeface="阿里巴巴普惠体" panose="00020600040101010101" pitchFamily="18" charset="-122"/>
              </a:rPr>
              <a:t>单击此处添加文字阐述添加简短问题说明文字，单击此处添加文字阐述添加简短问题说明文字。单击此处添加文字阐述添加简短问题说明文字，单击此处添加文字阐述添加简短问题说明文字</a:t>
            </a:r>
          </a:p>
        </p:txBody>
      </p:sp>
      <p:sp>
        <p:nvSpPr>
          <p:cNvPr id="36" name="椭圆 26"/>
          <p:cNvSpPr/>
          <p:nvPr>
            <p:custDataLst>
              <p:tags r:id="rId2"/>
            </p:custDataLst>
          </p:nvPr>
        </p:nvSpPr>
        <p:spPr>
          <a:xfrm>
            <a:off x="10801350" y="5636260"/>
            <a:ext cx="3477260" cy="3477260"/>
          </a:xfrm>
          <a:prstGeom prst="ellipse">
            <a:avLst/>
          </a:prstGeom>
          <a:noFill/>
          <a:ln w="12700">
            <a:solidFill>
              <a:schemeClr val="lt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37" name="TextBox 36"/>
          <p:cNvSpPr txBox="1"/>
          <p:nvPr/>
        </p:nvSpPr>
        <p:spPr>
          <a:xfrm>
            <a:off x="2637155" y="2673985"/>
            <a:ext cx="5080635" cy="1135380"/>
          </a:xfrm>
          <a:prstGeom prst="rect">
            <a:avLst/>
          </a:prstGeom>
          <a:noFill/>
        </p:spPr>
        <p:txBody>
          <a:bodyPr wrap="square">
            <a:spAutoFit/>
          </a:bodyPr>
          <a:lstStyle/>
          <a:p>
            <a:pPr/>
            <a:r>
              <a:rPr b="1" sz="8000">
                <a:latin typeface="思源宋体 CN Heavy"/>
              </a:rPr>
              <a:t>公司团队</a:t>
            </a:r>
          </a:p>
        </p:txBody>
      </p:sp>
      <p:sp>
        <p:nvSpPr>
          <p:cNvPr id="38" name="TextBox 37"/>
          <p:cNvSpPr txBox="1"/>
          <p:nvPr/>
        </p:nvSpPr>
        <p:spPr>
          <a:xfrm>
            <a:off x="4382135" y="4397375"/>
            <a:ext cx="1604010" cy="521970"/>
          </a:xfrm>
          <a:prstGeom prst="rect">
            <a:avLst/>
          </a:prstGeom>
          <a:noFill/>
        </p:spPr>
        <p:txBody>
          <a:bodyPr wrap="square">
            <a:spAutoFit/>
          </a:bodyPr>
          <a:lstStyle/>
          <a:p>
            <a:pPr/>
            <a:r>
              <a:rPr b="1" sz="2800">
                <a:latin typeface="阿里巴巴普惠体"/>
              </a:rPr>
              <a:t>PART 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40"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41" name="TextBox 40"/>
          <p:cNvSpPr txBox="1"/>
          <p:nvPr/>
        </p:nvSpPr>
        <p:spPr>
          <a:xfrm>
            <a:off x="702174" y="256667"/>
            <a:ext cx="1706880" cy="460375"/>
          </a:xfrm>
          <a:prstGeom prst="rect">
            <a:avLst/>
          </a:prstGeom>
          <a:noFill/>
        </p:spPr>
        <p:txBody>
          <a:bodyPr wrap="square">
            <a:spAutoFit/>
          </a:bodyPr>
          <a:lstStyle/>
          <a:p>
            <a:pPr/>
            <a:r>
              <a:rPr sz="2400">
                <a:latin typeface="阿里巴巴普惠体 Medium"/>
              </a:rPr>
              <a:t>公司团队</a:t>
            </a:r>
          </a:p>
        </p:txBody>
      </p:sp>
      <p:grpSp>
        <p:nvGrpSpPr>
          <p:cNvPr id="232" name="组合 231"/>
          <p:cNvGrpSpPr/>
          <p:nvPr/>
        </p:nvGrpSpPr>
        <p:grpSpPr>
          <a:xfrm>
            <a:off x="6886575" y="1283970"/>
            <a:ext cx="4728210" cy="4678680"/>
            <a:chOff x="9167" y="1096"/>
            <a:chExt cx="9064" cy="8968"/>
          </a:xfrm>
        </p:grpSpPr>
        <p:grpSp>
          <p:nvGrpSpPr>
            <p:cNvPr id="58" name="Group 9"/>
            <p:cNvGrpSpPr/>
            <p:nvPr/>
          </p:nvGrpSpPr>
          <p:grpSpPr>
            <a:xfrm>
              <a:off x="15288" y="4140"/>
              <a:ext cx="2880" cy="2880"/>
              <a:chOff x="5716859" y="470450"/>
              <a:chExt cx="1828800" cy="1828800"/>
            </a:xfrm>
          </p:grpSpPr>
          <p:sp>
            <p:nvSpPr>
              <p:cNvPr id="59" name="Rounded Rectangle 4"/>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60" name="Title 3"/>
              <p:cNvSpPr txBox="1"/>
              <p:nvPr/>
            </p:nvSpPr>
            <p:spPr>
              <a:xfrm>
                <a:off x="5776719" y="1469713"/>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Support</a:t>
                </a:r>
              </a:p>
            </p:txBody>
          </p:sp>
          <p:sp>
            <p:nvSpPr>
              <p:cNvPr id="61" name="Title 3"/>
              <p:cNvSpPr txBox="1"/>
              <p:nvPr/>
            </p:nvSpPr>
            <p:spPr>
              <a:xfrm>
                <a:off x="5776719" y="1785145"/>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62"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2</a:t>
                </a:r>
              </a:p>
            </p:txBody>
          </p:sp>
        </p:grpSp>
        <p:grpSp>
          <p:nvGrpSpPr>
            <p:cNvPr id="63" name="Group 10"/>
            <p:cNvGrpSpPr/>
            <p:nvPr/>
          </p:nvGrpSpPr>
          <p:grpSpPr>
            <a:xfrm>
              <a:off x="15288" y="7184"/>
              <a:ext cx="2880" cy="2880"/>
              <a:chOff x="5716859" y="470450"/>
              <a:chExt cx="1828800" cy="1828800"/>
            </a:xfrm>
          </p:grpSpPr>
          <p:sp>
            <p:nvSpPr>
              <p:cNvPr id="64" name="Rounded Rectangle 11"/>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65" name="Title 3"/>
              <p:cNvSpPr txBox="1"/>
              <p:nvPr/>
            </p:nvSpPr>
            <p:spPr>
              <a:xfrm>
                <a:off x="5776719" y="1438797"/>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Time</a:t>
                </a:r>
              </a:p>
            </p:txBody>
          </p:sp>
          <p:sp>
            <p:nvSpPr>
              <p:cNvPr id="66" name="Title 3"/>
              <p:cNvSpPr txBox="1"/>
              <p:nvPr/>
            </p:nvSpPr>
            <p:spPr>
              <a:xfrm>
                <a:off x="5776719" y="1754229"/>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67"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v</a:t>
                </a:r>
              </a:p>
            </p:txBody>
          </p:sp>
        </p:grpSp>
        <p:grpSp>
          <p:nvGrpSpPr>
            <p:cNvPr id="68" name="Group 15"/>
            <p:cNvGrpSpPr/>
            <p:nvPr/>
          </p:nvGrpSpPr>
          <p:grpSpPr>
            <a:xfrm>
              <a:off x="12244" y="7184"/>
              <a:ext cx="2880" cy="2880"/>
              <a:chOff x="5716859" y="470450"/>
              <a:chExt cx="1828800" cy="1828800"/>
            </a:xfrm>
          </p:grpSpPr>
          <p:sp>
            <p:nvSpPr>
              <p:cNvPr id="69" name="Rounded Rectangle 16"/>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70" name="Title 3"/>
              <p:cNvSpPr txBox="1"/>
              <p:nvPr/>
            </p:nvSpPr>
            <p:spPr>
              <a:xfrm>
                <a:off x="5776719" y="1438797"/>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Hardware</a:t>
                </a:r>
              </a:p>
            </p:txBody>
          </p:sp>
          <p:sp>
            <p:nvSpPr>
              <p:cNvPr id="71" name="Title 3"/>
              <p:cNvSpPr txBox="1"/>
              <p:nvPr/>
            </p:nvSpPr>
            <p:spPr>
              <a:xfrm>
                <a:off x="5776719" y="1754229"/>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72"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3</a:t>
                </a:r>
              </a:p>
            </p:txBody>
          </p:sp>
        </p:grpSp>
        <p:grpSp>
          <p:nvGrpSpPr>
            <p:cNvPr id="73" name="Group 21"/>
            <p:cNvGrpSpPr/>
            <p:nvPr/>
          </p:nvGrpSpPr>
          <p:grpSpPr>
            <a:xfrm>
              <a:off x="9236" y="1096"/>
              <a:ext cx="2880" cy="2880"/>
              <a:chOff x="5716859" y="470450"/>
              <a:chExt cx="1828800" cy="1828800"/>
            </a:xfrm>
          </p:grpSpPr>
          <p:sp>
            <p:nvSpPr>
              <p:cNvPr id="74" name="Rounded Rectangle 22"/>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75" name="Title 3"/>
              <p:cNvSpPr txBox="1"/>
              <p:nvPr/>
            </p:nvSpPr>
            <p:spPr>
              <a:xfrm>
                <a:off x="5776719" y="1454255"/>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Mobility</a:t>
                </a:r>
              </a:p>
            </p:txBody>
          </p:sp>
          <p:sp>
            <p:nvSpPr>
              <p:cNvPr id="76" name="Title 3"/>
              <p:cNvSpPr txBox="1"/>
              <p:nvPr/>
            </p:nvSpPr>
            <p:spPr>
              <a:xfrm>
                <a:off x="5776719" y="1769687"/>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77"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1</a:t>
                </a:r>
              </a:p>
            </p:txBody>
          </p:sp>
        </p:grpSp>
        <p:pic>
          <p:nvPicPr>
            <p:cNvPr id="78" name="图片占位符 29" descr="F:\图库\人物\51miz-P1502503-5CFF6957-3840x2560.jpg51miz-P1502503-5CFF6957-3840x2560"/>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9167" y="4125"/>
              <a:ext cx="5968" cy="2895"/>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p:spPr>
        </p:pic>
        <p:pic>
          <p:nvPicPr>
            <p:cNvPr id="79" name="图片占位符 20" descr="F:\图库\人物\P-1502564-661E3D2A.jpgP-1502564-661E3D2A"/>
            <p:cNvPicPr>
              <a:picLocks noChangeAspect="1"/>
            </p:cNvPicPr>
            <p:nvPr/>
          </p:nvPicPr>
          <p:blipFill>
            <a:blip r:embed="rId9" cstate="email">
              <a:extLst>
                <a:ext uri="{28A0092B-C50C-407E-A947-70E740481C1C}">
                  <a14:useLocalDpi xmlns:a14="http://schemas.microsoft.com/office/drawing/2010/main"/>
                </a:ext>
              </a:extLst>
            </a:blip>
            <a:srcRect r="-1053"/>
            <a:stretch>
              <a:fillRect/>
            </a:stretch>
          </p:blipFill>
          <p:spPr>
            <a:xfrm>
              <a:off x="12315" y="1096"/>
              <a:ext cx="5916" cy="2834"/>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a:ln>
              <a:noFill/>
            </a:ln>
          </p:spPr>
        </p:pic>
      </p:grpSp>
      <p:grpSp>
        <p:nvGrpSpPr>
          <p:cNvPr id="80" name="组合 79"/>
          <p:cNvGrpSpPr/>
          <p:nvPr/>
        </p:nvGrpSpPr>
        <p:grpSpPr>
          <a:xfrm>
            <a:off x="1815407" y="4817186"/>
            <a:ext cx="6337935" cy="1254125"/>
            <a:chOff x="874713" y="5065185"/>
            <a:chExt cx="6337935" cy="1254125"/>
          </a:xfrm>
        </p:grpSpPr>
        <p:sp>
          <p:nvSpPr>
            <p:cNvPr id="81" name="矩形 80"/>
            <p:cNvSpPr/>
            <p:nvPr>
              <p:custDataLst>
                <p:tags r:id="rId3"/>
              </p:custDataLst>
            </p:nvPr>
          </p:nvSpPr>
          <p:spPr>
            <a:xfrm>
              <a:off x="1272954" y="5065185"/>
              <a:ext cx="2998146" cy="398780"/>
            </a:xfrm>
            <a:prstGeom prst="rect">
              <a:avLst/>
            </a:prstGeom>
          </p:spPr>
          <p:txBody>
            <a:bodyPr wrap="square">
              <a:spAutoFit/>
              <a:scene3d>
                <a:camera prst="orthographicFront"/>
                <a:lightRig rig="threePt" dir="t">
                  <a:rot lat="0" lon="0" rev="0"/>
                </a:lightRig>
              </a:scene3d>
              <a:sp3d contourW="12700"/>
            </a:bodyPr>
            <a:lstStyle/>
            <a:p>
              <a:pPr/>
              <a:r>
                <a:rPr lang="zh-CN" altLang="en-US" sz="20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团队风采</a:t>
              </a:r>
              <a:r>
                <a:rPr lang="en-US" altLang="zh-CN" sz="2000" b="1" dirty="0">
                  <a:solidFill>
                    <a:schemeClr val="dk1">
                      <a:lumMod val="75000"/>
                      <a:lumOff val="25000"/>
                    </a:schemeClr>
                  </a:solidFill>
                  <a:latin typeface="阿里巴巴普惠体" panose="00020600040101010101" pitchFamily="18" charset="-122"/>
                  <a:ea typeface="阿里巴巴普惠体" panose="00020600040101010101" pitchFamily="18" charset="-122"/>
                </a:rPr>
                <a:t> </a:t>
              </a:r>
              <a:r>
                <a:rPr lang="en-US" altLang="zh-CN" sz="2000" dirty="0">
                  <a:solidFill>
                    <a:schemeClr val="accent4">
                      <a:lumMod val="60000"/>
                      <a:lumOff val="40000"/>
                    </a:schemeClr>
                  </a:solidFill>
                  <a:latin typeface="阿里巴巴普惠体" panose="00020600040101010101" pitchFamily="18" charset="-122"/>
                  <a:ea typeface="阿里巴巴普惠体" panose="00020600040101010101" pitchFamily="18" charset="-122"/>
                </a:rPr>
                <a:t>BROCHURE</a:t>
              </a:r>
            </a:p>
          </p:txBody>
        </p:sp>
        <p:grpSp>
          <p:nvGrpSpPr>
            <p:cNvPr id="82" name="组合 81"/>
            <p:cNvGrpSpPr/>
            <p:nvPr/>
          </p:nvGrpSpPr>
          <p:grpSpPr>
            <a:xfrm>
              <a:off x="874713" y="5110102"/>
              <a:ext cx="382587" cy="382587"/>
              <a:chOff x="1974562" y="-1313014"/>
              <a:chExt cx="990600" cy="990600"/>
            </a:xfrm>
          </p:grpSpPr>
          <p:sp>
            <p:nvSpPr>
              <p:cNvPr id="83" name="椭圆 82"/>
              <p:cNvSpPr/>
              <p:nvPr>
                <p:custDataLst>
                  <p:tags r:id="rId5"/>
                </p:custDataLst>
              </p:nvPr>
            </p:nvSpPr>
            <p:spPr>
              <a:xfrm>
                <a:off x="1974562" y="-1313014"/>
                <a:ext cx="990600" cy="990600"/>
              </a:xfrm>
              <a:prstGeom prst="ellipse">
                <a:avLst/>
              </a:prstGeom>
              <a:gradFill>
                <a:gsLst>
                  <a:gs pos="0">
                    <a:srgbClr val="C09D87"/>
                  </a:gs>
                  <a:gs pos="100000">
                    <a:srgbClr val="8D512F"/>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84" name="燕尾形 83"/>
              <p:cNvSpPr/>
              <p:nvPr>
                <p:custDataLst>
                  <p:tags r:id="rId6"/>
                </p:custDataLst>
              </p:nvPr>
            </p:nvSpPr>
            <p:spPr>
              <a:xfrm>
                <a:off x="2332412" y="-1064066"/>
                <a:ext cx="348311" cy="492702"/>
              </a:xfrm>
              <a:prstGeom prst="chevron">
                <a:avLst>
                  <a:gd name="adj" fmla="val 57245"/>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dk1"/>
                  </a:solidFill>
                </a:endParaRPr>
              </a:p>
            </p:txBody>
          </p:sp>
        </p:grpSp>
        <p:sp>
          <p:nvSpPr>
            <p:cNvPr id="85" name="矩形 84"/>
            <p:cNvSpPr/>
            <p:nvPr>
              <p:custDataLst>
                <p:tags r:id="rId4"/>
              </p:custDataLst>
            </p:nvPr>
          </p:nvSpPr>
          <p:spPr>
            <a:xfrm>
              <a:off x="1272858" y="5397290"/>
              <a:ext cx="5939790" cy="922020"/>
            </a:xfrm>
            <a:prstGeom prst="rect">
              <a:avLst/>
            </a:prstGeom>
          </p:spPr>
          <p:txBody>
            <a:bodyPr wrap="square">
              <a:spAutoFit/>
              <a:scene3d>
                <a:camera prst="orthographicFront"/>
                <a:lightRig rig="threePt" dir="t">
                  <a:rot lat="0" lon="0" rev="0"/>
                </a:lightRig>
              </a:scene3d>
              <a:sp3d contourW="12700"/>
            </a:bodyPr>
            <a:lstStyle/>
            <a:p>
              <a:pPr>
                <a:lnSpc>
                  <a:spcPct val="150000"/>
                </a:lnSpc>
              </a:pPr>
              <a:r>
                <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rPr>
                <a:t>用户可以在投影仪或者计算机上进行演示也可以将演示文稿打印出来，制作成胶片</a:t>
              </a:r>
              <a:r>
                <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sym typeface="+mn-ea"/>
                </a:rPr>
                <a:t>用户可以在投影仪或者计算机上进行演示，也可以将演示文稿打作成胶片</a:t>
              </a:r>
              <a:endPar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endParaRPr>
            </a:p>
            <a:p>
              <a:pPr>
                <a:lnSpc>
                  <a:spcPct val="150000"/>
                </a:lnSpc>
              </a:pPr>
              <a:endPar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endParaRPr>
            </a:p>
          </p:txBody>
        </p:sp>
      </p:grpSp>
      <p:sp>
        <p:nvSpPr>
          <p:cNvPr id="214" name="矩形 213"/>
          <p:cNvSpPr/>
          <p:nvPr/>
        </p:nvSpPr>
        <p:spPr>
          <a:xfrm>
            <a:off x="847725" y="1457368"/>
            <a:ext cx="4674236" cy="148358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5" name="矩形 214"/>
          <p:cNvSpPr/>
          <p:nvPr/>
        </p:nvSpPr>
        <p:spPr>
          <a:xfrm>
            <a:off x="847726"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矩形 215"/>
          <p:cNvSpPr/>
          <p:nvPr/>
        </p:nvSpPr>
        <p:spPr>
          <a:xfrm>
            <a:off x="2462979"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矩形 216"/>
          <p:cNvSpPr/>
          <p:nvPr/>
        </p:nvSpPr>
        <p:spPr>
          <a:xfrm>
            <a:off x="4078231"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TextBox 232"/>
          <p:cNvSpPr txBox="1"/>
          <p:nvPr/>
        </p:nvSpPr>
        <p:spPr>
          <a:xfrm>
            <a:off x="939800" y="1618714"/>
            <a:ext cx="4343400" cy="398780"/>
          </a:xfrm>
          <a:prstGeom prst="rect">
            <a:avLst/>
          </a:prstGeom>
          <a:noFill/>
        </p:spPr>
        <p:txBody>
          <a:bodyPr wrap="square">
            <a:spAutoFit/>
          </a:bodyPr>
          <a:lstStyle/>
          <a:p>
            <a:pPr/>
            <a:r>
              <a:rPr b="1" sz="2000">
                <a:latin typeface="+mj-ea"/>
              </a:rPr>
              <a:t>团队介绍</a:t>
            </a:r>
          </a:p>
        </p:txBody>
      </p:sp>
      <p:sp>
        <p:nvSpPr>
          <p:cNvPr id="234" name="TextBox 233"/>
          <p:cNvSpPr txBox="1"/>
          <p:nvPr/>
        </p:nvSpPr>
        <p:spPr>
          <a:xfrm>
            <a:off x="939800" y="2072413"/>
            <a:ext cx="3652636" cy="261610"/>
          </a:xfrm>
          <a:prstGeom prst="rect">
            <a:avLst/>
          </a:prstGeom>
          <a:noFill/>
        </p:spPr>
        <p:txBody>
          <a:bodyPr wrap="square">
            <a:spAutoFit/>
          </a:bodyPr>
          <a:lstStyle/>
          <a:p>
            <a:pPr/>
            <a:r>
              <a:rPr b="1" sz="1100">
                <a:latin typeface="+mj-ea"/>
              </a:rPr>
              <a:t>添加您的副标题文字说明以及简要性描述</a:t>
            </a:r>
          </a:p>
        </p:txBody>
      </p:sp>
      <p:sp>
        <p:nvSpPr>
          <p:cNvPr id="220" name="箭头: 五边形 13"/>
          <p:cNvSpPr/>
          <p:nvPr/>
        </p:nvSpPr>
        <p:spPr>
          <a:xfrm rot="5400000">
            <a:off x="4743205" y="1406322"/>
            <a:ext cx="395385" cy="333656"/>
          </a:xfrm>
          <a:prstGeom prst="homePlate">
            <a:avLst>
              <a:gd name="adj" fmla="val 26913"/>
            </a:avLst>
          </a:prstGeom>
          <a:gradFill>
            <a:gsLst>
              <a:gs pos="0">
                <a:srgbClr val="C09D87"/>
              </a:gs>
              <a:gs pos="100000">
                <a:srgbClr val="8D512F"/>
              </a:gs>
            </a:gsLst>
            <a:lin scaled="1"/>
          </a:gradFill>
          <a:ln>
            <a:noFill/>
          </a:ln>
          <a:effectLst>
            <a:outerShdw blurRad="127000" dist="88900" dir="5400000" sx="98000" sy="98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mj-ea"/>
              <a:ea typeface="+mj-ea"/>
            </a:endParaRPr>
          </a:p>
        </p:txBody>
      </p:sp>
      <p:sp>
        <p:nvSpPr>
          <p:cNvPr id="221" name="矩形 220"/>
          <p:cNvSpPr/>
          <p:nvPr/>
        </p:nvSpPr>
        <p:spPr>
          <a:xfrm>
            <a:off x="4078231"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矩形 221"/>
          <p:cNvSpPr/>
          <p:nvPr/>
        </p:nvSpPr>
        <p:spPr>
          <a:xfrm>
            <a:off x="2462979"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p:cNvSpPr/>
          <p:nvPr/>
        </p:nvSpPr>
        <p:spPr>
          <a:xfrm>
            <a:off x="847726"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5" name="TextBox 234"/>
          <p:cNvSpPr txBox="1"/>
          <p:nvPr/>
        </p:nvSpPr>
        <p:spPr>
          <a:xfrm>
            <a:off x="1214120" y="3589655"/>
            <a:ext cx="824865" cy="312420"/>
          </a:xfrm>
          <a:prstGeom prst="rect">
            <a:avLst/>
          </a:prstGeom>
          <a:noFill/>
        </p:spPr>
        <p:txBody>
          <a:bodyPr wrap="square">
            <a:spAutoFit/>
          </a:bodyPr>
          <a:lstStyle/>
          <a:p>
            <a:pPr/>
            <a:r>
              <a:rPr sz="1200">
                <a:latin typeface="+mj-ea"/>
              </a:rPr>
              <a:t>用户注册</a:t>
            </a:r>
          </a:p>
        </p:txBody>
      </p:sp>
      <p:sp>
        <p:nvSpPr>
          <p:cNvPr id="236" name="TextBox 235"/>
          <p:cNvSpPr txBox="1"/>
          <p:nvPr/>
        </p:nvSpPr>
        <p:spPr>
          <a:xfrm>
            <a:off x="1035744" y="3305062"/>
            <a:ext cx="1067695" cy="423545"/>
          </a:xfrm>
          <a:prstGeom prst="rect">
            <a:avLst/>
          </a:prstGeom>
          <a:noFill/>
        </p:spPr>
        <p:txBody>
          <a:bodyPr wrap="square">
            <a:spAutoFit/>
          </a:bodyPr>
          <a:lstStyle/>
          <a:p>
            <a:pPr/>
            <a:r>
              <a:rPr b="1">
                <a:latin typeface="阿里巴巴普惠体"/>
              </a:rPr>
              <a:t>200</a:t>
            </a:r>
            <a:r>
              <a:rPr b="1">
                <a:latin typeface="阿里巴巴普惠体"/>
              </a:rPr>
              <a:t>万</a:t>
            </a:r>
            <a:r>
              <a:rPr b="1">
                <a:latin typeface="阿里巴巴普惠体"/>
              </a:rPr>
              <a:t>+</a:t>
            </a:r>
          </a:p>
        </p:txBody>
      </p:sp>
      <p:sp>
        <p:nvSpPr>
          <p:cNvPr id="237" name="TextBox 236"/>
          <p:cNvSpPr txBox="1"/>
          <p:nvPr/>
        </p:nvSpPr>
        <p:spPr>
          <a:xfrm>
            <a:off x="2626998" y="3589655"/>
            <a:ext cx="1115695" cy="312420"/>
          </a:xfrm>
          <a:prstGeom prst="rect">
            <a:avLst/>
          </a:prstGeom>
          <a:noFill/>
        </p:spPr>
        <p:txBody>
          <a:bodyPr wrap="square">
            <a:spAutoFit/>
          </a:bodyPr>
          <a:lstStyle/>
          <a:p>
            <a:pPr/>
            <a:r>
              <a:rPr sz="1200">
                <a:latin typeface="+mj-ea"/>
              </a:rPr>
              <a:t>日均下载量</a:t>
            </a:r>
          </a:p>
        </p:txBody>
      </p:sp>
      <p:sp>
        <p:nvSpPr>
          <p:cNvPr id="238" name="TextBox 237"/>
          <p:cNvSpPr txBox="1"/>
          <p:nvPr/>
        </p:nvSpPr>
        <p:spPr>
          <a:xfrm>
            <a:off x="2425433" y="3305062"/>
            <a:ext cx="1518824" cy="423545"/>
          </a:xfrm>
          <a:prstGeom prst="rect">
            <a:avLst/>
          </a:prstGeom>
          <a:noFill/>
        </p:spPr>
        <p:txBody>
          <a:bodyPr wrap="square">
            <a:spAutoFit/>
          </a:bodyPr>
          <a:lstStyle/>
          <a:p>
            <a:pPr/>
            <a:r>
              <a:rPr b="1">
                <a:latin typeface="阿里巴巴普惠体"/>
              </a:rPr>
              <a:t>2</a:t>
            </a:r>
            <a:r>
              <a:rPr b="1">
                <a:latin typeface="阿里巴巴普惠体"/>
              </a:rPr>
              <a:t>万</a:t>
            </a:r>
            <a:r>
              <a:rPr b="1">
                <a:latin typeface="阿里巴巴普惠体"/>
              </a:rPr>
              <a:t>+</a:t>
            </a:r>
          </a:p>
        </p:txBody>
      </p:sp>
      <p:sp>
        <p:nvSpPr>
          <p:cNvPr id="239" name="TextBox 238"/>
          <p:cNvSpPr txBox="1"/>
          <p:nvPr/>
        </p:nvSpPr>
        <p:spPr>
          <a:xfrm>
            <a:off x="4253492" y="3589938"/>
            <a:ext cx="1093208" cy="312420"/>
          </a:xfrm>
          <a:prstGeom prst="rect">
            <a:avLst/>
          </a:prstGeom>
          <a:noFill/>
        </p:spPr>
        <p:txBody>
          <a:bodyPr wrap="square">
            <a:spAutoFit/>
          </a:bodyPr>
          <a:lstStyle/>
          <a:p>
            <a:pPr/>
            <a:r>
              <a:rPr sz="1200">
                <a:latin typeface="+mj-ea"/>
              </a:rPr>
              <a:t>认证企业</a:t>
            </a:r>
          </a:p>
        </p:txBody>
      </p:sp>
      <p:sp>
        <p:nvSpPr>
          <p:cNvPr id="240" name="TextBox 239"/>
          <p:cNvSpPr txBox="1"/>
          <p:nvPr/>
        </p:nvSpPr>
        <p:spPr>
          <a:xfrm>
            <a:off x="4170943" y="3305062"/>
            <a:ext cx="1258308" cy="423545"/>
          </a:xfrm>
          <a:prstGeom prst="rect">
            <a:avLst/>
          </a:prstGeom>
          <a:noFill/>
        </p:spPr>
        <p:txBody>
          <a:bodyPr wrap="square">
            <a:spAutoFit/>
          </a:bodyPr>
          <a:lstStyle/>
          <a:p>
            <a:pPr/>
            <a:r>
              <a:rPr b="1">
                <a:latin typeface="阿里巴巴普惠体"/>
              </a:rPr>
              <a:t>300+</a:t>
            </a:r>
          </a:p>
        </p:txBody>
      </p:sp>
      <p:sp>
        <p:nvSpPr>
          <p:cNvPr id="230" name="圆: 空心 1"/>
          <p:cNvSpPr/>
          <p:nvPr/>
        </p:nvSpPr>
        <p:spPr>
          <a:xfrm>
            <a:off x="4859935" y="1482832"/>
            <a:ext cx="161925" cy="161925"/>
          </a:xfrm>
          <a:prstGeom prst="donu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1" name="TextBox 240"/>
          <p:cNvSpPr txBox="1"/>
          <p:nvPr/>
        </p:nvSpPr>
        <p:spPr>
          <a:xfrm>
            <a:off x="915035" y="2357215"/>
            <a:ext cx="4343400" cy="496570"/>
          </a:xfrm>
          <a:prstGeom prst="rect">
            <a:avLst/>
          </a:prstGeom>
          <a:noFill/>
        </p:spPr>
        <p:txBody>
          <a:bodyPr wrap="square">
            <a:spAutoFit/>
          </a:bodyPr>
          <a:lstStyle/>
          <a:p>
            <a:pPr/>
            <a:r>
              <a:rPr sz="1100">
                <a:latin typeface="阿里巴巴普惠体"/>
              </a:rPr>
              <a:t>内容或者复制您的内容在这里，通过复制您的文本后，在此框中选择粘贴，并选择只保留文字点此输入内容或者复制您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666750" y="1367155"/>
            <a:ext cx="2591435" cy="2439035"/>
          </a:xfrm>
          <a:prstGeom prst="rect">
            <a:avLst/>
          </a:prstGeom>
        </p:spPr>
      </p:pic>
      <p:sp>
        <p:nvSpPr>
          <p:cNvPr id="8"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9"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10" name="TextBox 9"/>
          <p:cNvSpPr txBox="1"/>
          <p:nvPr/>
        </p:nvSpPr>
        <p:spPr>
          <a:xfrm>
            <a:off x="702174" y="256667"/>
            <a:ext cx="1706880" cy="460375"/>
          </a:xfrm>
          <a:prstGeom prst="rect">
            <a:avLst/>
          </a:prstGeom>
          <a:noFill/>
        </p:spPr>
        <p:txBody>
          <a:bodyPr wrap="square">
            <a:spAutoFit/>
          </a:bodyPr>
          <a:lstStyle/>
          <a:p>
            <a:pPr/>
            <a:r>
              <a:rPr sz="2400">
                <a:latin typeface="阿里巴巴普惠体 Medium"/>
              </a:rPr>
              <a:t>团队介绍</a:t>
            </a:r>
          </a:p>
        </p:txBody>
      </p:sp>
      <p:sp>
        <p:nvSpPr>
          <p:cNvPr id="11" name="TextBox 10"/>
          <p:cNvSpPr txBox="1"/>
          <p:nvPr/>
        </p:nvSpPr>
        <p:spPr>
          <a:xfrm>
            <a:off x="3375042" y="1335672"/>
            <a:ext cx="2638406" cy="2707284"/>
          </a:xfrm>
          <a:prstGeom prst="rect">
            <a:avLst/>
          </a:prstGeom>
          <a:noFill/>
        </p:spPr>
        <p:txBody>
          <a:bodyPr wrap="square">
            <a:spAutoFit/>
          </a:bodyPr>
          <a:lstStyle/>
          <a:p>
            <a:pPr/>
          </a:p>
        </p:txBody>
      </p:sp>
      <p:sp>
        <p:nvSpPr>
          <p:cNvPr id="12" name="TextBox 11"/>
          <p:cNvSpPr txBox="1"/>
          <p:nvPr/>
        </p:nvSpPr>
        <p:spPr>
          <a:xfrm>
            <a:off x="6179874" y="1335672"/>
            <a:ext cx="2638406" cy="2707284"/>
          </a:xfrm>
          <a:prstGeom prst="rect">
            <a:avLst/>
          </a:prstGeom>
          <a:noFill/>
        </p:spPr>
        <p:txBody>
          <a:bodyPr wrap="square">
            <a:spAutoFit/>
          </a:bodyPr>
          <a:lstStyle/>
          <a:p>
            <a:pPr/>
          </a:p>
        </p:txBody>
      </p:sp>
      <p:sp>
        <p:nvSpPr>
          <p:cNvPr id="13" name="TextBox 12"/>
          <p:cNvSpPr txBox="1"/>
          <p:nvPr/>
        </p:nvSpPr>
        <p:spPr>
          <a:xfrm>
            <a:off x="8986168" y="1335672"/>
            <a:ext cx="2638406" cy="2707284"/>
          </a:xfrm>
          <a:prstGeom prst="rect">
            <a:avLst/>
          </a:prstGeom>
          <a:noFill/>
        </p:spPr>
        <p:txBody>
          <a:bodyPr wrap="square">
            <a:spAutoFit/>
          </a:bodyPr>
          <a:lstStyle/>
          <a:p>
            <a:pPr/>
          </a:p>
        </p:txBody>
      </p:sp>
      <p:sp>
        <p:nvSpPr>
          <p:cNvPr id="66" name="Rectangle 32"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787600" y="4981137"/>
            <a:ext cx="5126410" cy="1457500"/>
          </a:xfrm>
          <a:prstGeom prst="rect">
            <a:avLst/>
          </a:prstGeom>
          <a:solidFill>
            <a:srgbClr val="FFFFFF"/>
          </a:solidFill>
          <a:ln w="12700" cap="flat" cmpd="sng" algn="ctr">
            <a:noFill/>
            <a:prstDash val="solid"/>
            <a:miter lim="800000"/>
          </a:ln>
          <a:effectLst>
            <a:outerShdw blurRad="711200" dist="381000" dir="5400000" sx="87000" sy="87000" algn="t" rotWithShape="0">
              <a:prstClr val="black">
                <a:alpha val="3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mn-ea"/>
              <a:cs typeface="Poppins" panose="00000500000000000000" pitchFamily="2" charset="0"/>
            </a:endParaRPr>
          </a:p>
        </p:txBody>
      </p:sp>
      <p:sp>
        <p:nvSpPr>
          <p:cNvPr id="67" name="Rectangle 33"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1321794" y="5649303"/>
            <a:ext cx="4024421" cy="571567"/>
          </a:xfrm>
          <a:prstGeom prst="rect">
            <a:avLst/>
          </a:prstGeom>
        </p:spPr>
        <p:txBody>
          <a:bodyPr wrap="square">
            <a:spAutoFit/>
          </a:bodyPr>
          <a:lstStyle/>
          <a:p>
            <a:pPr algn="just">
              <a:lnSpc>
                <a:spcPct val="150000"/>
              </a:lnSpc>
            </a:pPr>
            <a:r>
              <a:rPr lang="zh-CN" altLang="en-US" sz="1100" dirty="0">
                <a:solidFill>
                  <a:srgbClr val="E7E6E6">
                    <a:lumMod val="50000"/>
                  </a:srgbClr>
                </a:solidFill>
                <a:latin typeface="+mn-ea"/>
                <a:cs typeface="Poppins" panose="00000500000000000000" pitchFamily="2" charset="0"/>
              </a:rPr>
              <a:t>内容打在这里，或者通过复制您的文本后，在此框中选择粘贴，并选择只保留文字。您的内容打在这里</a:t>
            </a:r>
          </a:p>
        </p:txBody>
      </p:sp>
      <p:sp>
        <p:nvSpPr>
          <p:cNvPr id="68" name="TextBox 67"/>
          <p:cNvSpPr txBox="1"/>
          <p:nvPr/>
        </p:nvSpPr>
        <p:spPr>
          <a:xfrm>
            <a:off x="1597373" y="5229455"/>
            <a:ext cx="1569660" cy="369332"/>
          </a:xfrm>
          <a:prstGeom prst="rect">
            <a:avLst/>
          </a:prstGeom>
          <a:noFill/>
        </p:spPr>
        <p:txBody>
          <a:bodyPr wrap="square">
            <a:spAutoFit/>
          </a:bodyPr>
          <a:lstStyle/>
          <a:p>
            <a:pPr/>
            <a:r>
              <a:rPr b="1">
                <a:latin typeface="+mn-ea"/>
              </a:rPr>
              <a:t>团队文化点滴</a:t>
            </a:r>
          </a:p>
        </p:txBody>
      </p:sp>
      <p:grpSp>
        <p:nvGrpSpPr>
          <p:cNvPr id="69" name="Group 35"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GrpSpPr/>
          <p:nvPr/>
        </p:nvGrpSpPr>
        <p:grpSpPr>
          <a:xfrm>
            <a:off x="1229005" y="5275959"/>
            <a:ext cx="286280" cy="204068"/>
            <a:chOff x="14196505" y="2324175"/>
            <a:chExt cx="489294" cy="348781"/>
          </a:xfrm>
          <a:solidFill>
            <a:srgbClr val="B46481"/>
          </a:solidFill>
        </p:grpSpPr>
        <p:sp>
          <p:nvSpPr>
            <p:cNvPr id="70" name="Parallelogram 36"/>
            <p:cNvSpPr/>
            <p:nvPr/>
          </p:nvSpPr>
          <p:spPr>
            <a:xfrm>
              <a:off x="14196505" y="2324175"/>
              <a:ext cx="378681" cy="348781"/>
            </a:xfrm>
            <a:prstGeom prst="parallelogram">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E7E6E6">
                    <a:lumMod val="50000"/>
                  </a:srgbClr>
                </a:solidFill>
                <a:effectLst/>
                <a:uLnTx/>
                <a:uFillTx/>
                <a:latin typeface="+mn-ea"/>
                <a:cs typeface="Poppins" panose="00000500000000000000" pitchFamily="2" charset="0"/>
              </a:endParaRPr>
            </a:p>
          </p:txBody>
        </p:sp>
        <p:sp>
          <p:nvSpPr>
            <p:cNvPr id="71" name="Freeform 29"/>
            <p:cNvSpPr/>
            <p:nvPr/>
          </p:nvSpPr>
          <p:spPr bwMode="auto">
            <a:xfrm>
              <a:off x="14336805" y="2324175"/>
              <a:ext cx="348994" cy="269301"/>
            </a:xfrm>
            <a:custGeom>
              <a:avLst/>
              <a:gdLst>
                <a:gd name="T0" fmla="*/ 198196 w 59"/>
                <a:gd name="T1" fmla="*/ 41487 h 45"/>
                <a:gd name="T2" fmla="*/ 102515 w 59"/>
                <a:gd name="T3" fmla="*/ 134832 h 45"/>
                <a:gd name="T4" fmla="*/ 85429 w 59"/>
                <a:gd name="T5" fmla="*/ 152118 h 45"/>
                <a:gd name="T6" fmla="*/ 78595 w 59"/>
                <a:gd name="T7" fmla="*/ 155575 h 45"/>
                <a:gd name="T8" fmla="*/ 68343 w 59"/>
                <a:gd name="T9" fmla="*/ 152118 h 45"/>
                <a:gd name="T10" fmla="*/ 51258 w 59"/>
                <a:gd name="T11" fmla="*/ 134832 h 45"/>
                <a:gd name="T12" fmla="*/ 3417 w 59"/>
                <a:gd name="T13" fmla="*/ 89888 h 45"/>
                <a:gd name="T14" fmla="*/ 0 w 59"/>
                <a:gd name="T15" fmla="*/ 79516 h 45"/>
                <a:gd name="T16" fmla="*/ 3417 w 59"/>
                <a:gd name="T17" fmla="*/ 69144 h 45"/>
                <a:gd name="T18" fmla="*/ 20503 w 59"/>
                <a:gd name="T19" fmla="*/ 51858 h 45"/>
                <a:gd name="T20" fmla="*/ 30755 w 59"/>
                <a:gd name="T21" fmla="*/ 48401 h 45"/>
                <a:gd name="T22" fmla="*/ 37589 w 59"/>
                <a:gd name="T23" fmla="*/ 51858 h 45"/>
                <a:gd name="T24" fmla="*/ 78595 w 59"/>
                <a:gd name="T25" fmla="*/ 89888 h 45"/>
                <a:gd name="T26" fmla="*/ 160607 w 59"/>
                <a:gd name="T27" fmla="*/ 3457 h 45"/>
                <a:gd name="T28" fmla="*/ 170858 w 59"/>
                <a:gd name="T29" fmla="*/ 0 h 45"/>
                <a:gd name="T30" fmla="*/ 181110 w 59"/>
                <a:gd name="T31" fmla="*/ 3457 h 45"/>
                <a:gd name="T32" fmla="*/ 198196 w 59"/>
                <a:gd name="T33" fmla="*/ 24201 h 45"/>
                <a:gd name="T34" fmla="*/ 201613 w 59"/>
                <a:gd name="T35" fmla="*/ 31115 h 45"/>
                <a:gd name="T36" fmla="*/ 198196 w 59"/>
                <a:gd name="T37" fmla="*/ 41487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gradFill>
              <a:gsLst>
                <a:gs pos="0">
                  <a:srgbClr val="D9A87F"/>
                </a:gs>
                <a:gs pos="100000">
                  <a:srgbClr val="AC693C"/>
                </a:gs>
              </a:gsLst>
              <a:lin scaled="1"/>
            </a:gra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E7E6E6">
                    <a:lumMod val="50000"/>
                  </a:srgbClr>
                </a:solidFill>
                <a:effectLst/>
                <a:uLnTx/>
                <a:uFillTx/>
                <a:latin typeface="+mn-ea"/>
                <a:cs typeface="Poppins" panose="00000500000000000000" pitchFamily="2" charset="0"/>
              </a:endParaRPr>
            </a:p>
          </p:txBody>
        </p:sp>
      </p:grpSp>
      <p:sp>
        <p:nvSpPr>
          <p:cNvPr id="72" name="Rectangle 38"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6273337" y="4981137"/>
            <a:ext cx="5126410" cy="1457500"/>
          </a:xfrm>
          <a:prstGeom prst="rect">
            <a:avLst/>
          </a:prstGeom>
          <a:solidFill>
            <a:srgbClr val="FFFFFF"/>
          </a:solidFill>
          <a:ln w="12700" cap="flat" cmpd="sng" algn="ctr">
            <a:noFill/>
            <a:prstDash val="solid"/>
            <a:miter lim="800000"/>
          </a:ln>
          <a:effectLst>
            <a:outerShdw blurRad="711200" dist="381000" dir="5400000" sx="87000" sy="87000" algn="t" rotWithShape="0">
              <a:prstClr val="black">
                <a:alpha val="3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mn-ea"/>
              <a:cs typeface="Poppins" panose="00000500000000000000" pitchFamily="2" charset="0"/>
            </a:endParaRPr>
          </a:p>
        </p:txBody>
      </p:sp>
      <p:sp>
        <p:nvSpPr>
          <p:cNvPr id="73" name="Rectangle 39"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6807531" y="5649303"/>
            <a:ext cx="4024421" cy="571567"/>
          </a:xfrm>
          <a:prstGeom prst="rect">
            <a:avLst/>
          </a:prstGeom>
        </p:spPr>
        <p:txBody>
          <a:bodyPr wrap="square">
            <a:spAutoFit/>
          </a:bodyPr>
          <a:lstStyle/>
          <a:p>
            <a:pPr algn="just">
              <a:lnSpc>
                <a:spcPct val="150000"/>
              </a:lnSpc>
            </a:pPr>
            <a:r>
              <a:rPr lang="zh-CN" altLang="en-US" sz="1100" dirty="0">
                <a:solidFill>
                  <a:srgbClr val="E7E6E6">
                    <a:lumMod val="50000"/>
                  </a:srgbClr>
                </a:solidFill>
                <a:latin typeface="+mn-ea"/>
                <a:cs typeface="Poppins" panose="00000500000000000000" pitchFamily="2" charset="0"/>
              </a:rPr>
              <a:t>内容打在这里，或者通过复制您的文本后，在此框中选择粘贴，并选择只保留文字。您的内容打在这里</a:t>
            </a:r>
          </a:p>
        </p:txBody>
      </p:sp>
      <p:sp>
        <p:nvSpPr>
          <p:cNvPr id="74" name="TextBox 73"/>
          <p:cNvSpPr txBox="1"/>
          <p:nvPr/>
        </p:nvSpPr>
        <p:spPr>
          <a:xfrm>
            <a:off x="7083110" y="5229455"/>
            <a:ext cx="1554480" cy="368300"/>
          </a:xfrm>
          <a:prstGeom prst="rect">
            <a:avLst/>
          </a:prstGeom>
          <a:noFill/>
        </p:spPr>
        <p:txBody>
          <a:bodyPr wrap="square">
            <a:spAutoFit/>
          </a:bodyPr>
          <a:lstStyle/>
          <a:p>
            <a:pPr/>
            <a:r>
              <a:rPr b="1">
                <a:latin typeface="+mn-ea"/>
              </a:rPr>
              <a:t>团队文化点滴</a:t>
            </a:r>
          </a:p>
        </p:txBody>
      </p:sp>
      <p:sp>
        <p:nvSpPr>
          <p:cNvPr id="78" name="Rectangle 10"/>
          <p:cNvSpPr/>
          <p:nvPr/>
        </p:nvSpPr>
        <p:spPr>
          <a:xfrm>
            <a:off x="3221990" y="3517586"/>
            <a:ext cx="5694045" cy="1147445"/>
          </a:xfrm>
          <a:prstGeom prst="roundRect">
            <a:avLst>
              <a:gd name="adj" fmla="val 7802"/>
            </a:avLst>
          </a:prstGeom>
          <a:gradFill>
            <a:gsLst>
              <a:gs pos="2000">
                <a:srgbClr val="805438"/>
              </a:gs>
              <a:gs pos="69500">
                <a:srgbClr val="FBC4AA"/>
              </a:gs>
              <a:gs pos="39000">
                <a:srgbClr val="E7B196"/>
              </a:gs>
              <a:gs pos="100000">
                <a:srgbClr val="C18E6C"/>
              </a:gs>
            </a:gsLst>
            <a:lin ang="10800000" scaled="1"/>
          </a:gra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Open Sans"/>
              <a:ea typeface="+mn-ea"/>
              <a:cs typeface="+mn-cs"/>
            </a:endParaRPr>
          </a:p>
        </p:txBody>
      </p:sp>
      <p:pic>
        <p:nvPicPr>
          <p:cNvPr id="79" name="Picture 78" descr="image.png"/>
          <p:cNvPicPr>
            <a:picLocks noChangeAspect="1"/>
          </p:cNvPicPr>
          <p:nvPr/>
        </p:nvPicPr>
        <p:blipFill>
          <a:blip r:embed="rId3"/>
          <a:stretch>
            <a:fillRect/>
          </a:stretch>
        </p:blipFill>
        <p:spPr>
          <a:xfrm>
            <a:off x="8276080" y="3872944"/>
            <a:ext cx="442552" cy="436729"/>
          </a:xfrm>
          <a:prstGeom prst="rect">
            <a:avLst/>
          </a:prstGeom>
        </p:spPr>
      </p:pic>
      <p:sp>
        <p:nvSpPr>
          <p:cNvPr id="80" name="TextBox 79"/>
          <p:cNvSpPr txBox="1"/>
          <p:nvPr/>
        </p:nvSpPr>
        <p:spPr>
          <a:xfrm>
            <a:off x="3270031" y="3798921"/>
            <a:ext cx="4824921" cy="584775"/>
          </a:xfrm>
          <a:prstGeom prst="rect">
            <a:avLst/>
          </a:prstGeom>
          <a:noFill/>
        </p:spPr>
        <p:txBody>
          <a:bodyPr wrap="square">
            <a:spAutoFit/>
          </a:bodyPr>
          <a:lstStyle/>
          <a:p>
            <a:pPr/>
            <a:r>
              <a:rPr b="1" sz="3200">
                <a:latin typeface="+mn-ea"/>
              </a:rPr>
              <a:t>我们是一支团结的队伍</a:t>
            </a:r>
          </a:p>
        </p:txBody>
      </p:sp>
      <p:grpSp>
        <p:nvGrpSpPr>
          <p:cNvPr id="79" name="Group 35"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GrpSpPr/>
          <p:nvPr/>
        </p:nvGrpSpPr>
        <p:grpSpPr>
          <a:xfrm>
            <a:off x="6714770" y="5275959"/>
            <a:ext cx="286280" cy="204068"/>
            <a:chOff x="14196505" y="2324175"/>
            <a:chExt cx="489294" cy="348781"/>
          </a:xfrm>
          <a:solidFill>
            <a:srgbClr val="B46481"/>
          </a:solidFill>
        </p:grpSpPr>
        <p:sp>
          <p:nvSpPr>
            <p:cNvPr id="80" name="Parallelogram 36"/>
            <p:cNvSpPr/>
            <p:nvPr/>
          </p:nvSpPr>
          <p:spPr>
            <a:xfrm>
              <a:off x="14196505" y="2324175"/>
              <a:ext cx="378681" cy="348781"/>
            </a:xfrm>
            <a:prstGeom prst="parallelogram">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E7E6E6">
                    <a:lumMod val="50000"/>
                  </a:srgbClr>
                </a:solidFill>
                <a:effectLst/>
                <a:uLnTx/>
                <a:uFillTx/>
                <a:latin typeface="+mn-ea"/>
                <a:cs typeface="Poppins" panose="00000500000000000000" pitchFamily="2" charset="0"/>
              </a:endParaRPr>
            </a:p>
          </p:txBody>
        </p:sp>
        <p:sp>
          <p:nvSpPr>
            <p:cNvPr id="81" name="Freeform 29"/>
            <p:cNvSpPr/>
            <p:nvPr/>
          </p:nvSpPr>
          <p:spPr bwMode="auto">
            <a:xfrm>
              <a:off x="14336805" y="2324175"/>
              <a:ext cx="348994" cy="269301"/>
            </a:xfrm>
            <a:custGeom>
              <a:avLst/>
              <a:gdLst>
                <a:gd name="T0" fmla="*/ 198196 w 59"/>
                <a:gd name="T1" fmla="*/ 41487 h 45"/>
                <a:gd name="T2" fmla="*/ 102515 w 59"/>
                <a:gd name="T3" fmla="*/ 134832 h 45"/>
                <a:gd name="T4" fmla="*/ 85429 w 59"/>
                <a:gd name="T5" fmla="*/ 152118 h 45"/>
                <a:gd name="T6" fmla="*/ 78595 w 59"/>
                <a:gd name="T7" fmla="*/ 155575 h 45"/>
                <a:gd name="T8" fmla="*/ 68343 w 59"/>
                <a:gd name="T9" fmla="*/ 152118 h 45"/>
                <a:gd name="T10" fmla="*/ 51258 w 59"/>
                <a:gd name="T11" fmla="*/ 134832 h 45"/>
                <a:gd name="T12" fmla="*/ 3417 w 59"/>
                <a:gd name="T13" fmla="*/ 89888 h 45"/>
                <a:gd name="T14" fmla="*/ 0 w 59"/>
                <a:gd name="T15" fmla="*/ 79516 h 45"/>
                <a:gd name="T16" fmla="*/ 3417 w 59"/>
                <a:gd name="T17" fmla="*/ 69144 h 45"/>
                <a:gd name="T18" fmla="*/ 20503 w 59"/>
                <a:gd name="T19" fmla="*/ 51858 h 45"/>
                <a:gd name="T20" fmla="*/ 30755 w 59"/>
                <a:gd name="T21" fmla="*/ 48401 h 45"/>
                <a:gd name="T22" fmla="*/ 37589 w 59"/>
                <a:gd name="T23" fmla="*/ 51858 h 45"/>
                <a:gd name="T24" fmla="*/ 78595 w 59"/>
                <a:gd name="T25" fmla="*/ 89888 h 45"/>
                <a:gd name="T26" fmla="*/ 160607 w 59"/>
                <a:gd name="T27" fmla="*/ 3457 h 45"/>
                <a:gd name="T28" fmla="*/ 170858 w 59"/>
                <a:gd name="T29" fmla="*/ 0 h 45"/>
                <a:gd name="T30" fmla="*/ 181110 w 59"/>
                <a:gd name="T31" fmla="*/ 3457 h 45"/>
                <a:gd name="T32" fmla="*/ 198196 w 59"/>
                <a:gd name="T33" fmla="*/ 24201 h 45"/>
                <a:gd name="T34" fmla="*/ 201613 w 59"/>
                <a:gd name="T35" fmla="*/ 31115 h 45"/>
                <a:gd name="T36" fmla="*/ 198196 w 59"/>
                <a:gd name="T37" fmla="*/ 41487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gradFill>
              <a:gsLst>
                <a:gs pos="0">
                  <a:srgbClr val="D9A87F"/>
                </a:gs>
                <a:gs pos="100000">
                  <a:srgbClr val="AC693C"/>
                </a:gs>
              </a:gsLst>
              <a:lin scaled="1"/>
            </a:gra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E7E6E6">
                    <a:lumMod val="50000"/>
                  </a:srgbClr>
                </a:solidFill>
                <a:effectLst/>
                <a:uLnTx/>
                <a:uFillTx/>
                <a:latin typeface="+mn-ea"/>
                <a:cs typeface="Poppins" panose="00000500000000000000" pitchFamily="2" charset="0"/>
              </a:endParaRPr>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73"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5" name="TextBox 74"/>
          <p:cNvSpPr txBox="1"/>
          <p:nvPr/>
        </p:nvSpPr>
        <p:spPr>
          <a:xfrm>
            <a:off x="702174" y="256667"/>
            <a:ext cx="1706880" cy="460375"/>
          </a:xfrm>
          <a:prstGeom prst="rect">
            <a:avLst/>
          </a:prstGeom>
          <a:noFill/>
        </p:spPr>
        <p:txBody>
          <a:bodyPr wrap="square">
            <a:spAutoFit/>
          </a:bodyPr>
          <a:lstStyle/>
          <a:p>
            <a:pPr/>
            <a:r>
              <a:rPr sz="2400">
                <a:latin typeface="阿里巴巴普惠体 Medium"/>
              </a:rPr>
              <a:t>项目来源</a:t>
            </a:r>
          </a:p>
        </p:txBody>
      </p:sp>
      <p:grpSp>
        <p:nvGrpSpPr>
          <p:cNvPr id="13" name="组合 12"/>
          <p:cNvGrpSpPr/>
          <p:nvPr/>
        </p:nvGrpSpPr>
        <p:grpSpPr>
          <a:xfrm>
            <a:off x="4457897" y="4035427"/>
            <a:ext cx="1590" cy="1966912"/>
            <a:chOff x="3876674" y="4341814"/>
            <a:chExt cx="1590" cy="1966912"/>
          </a:xfrm>
        </p:grpSpPr>
        <p:cxnSp>
          <p:nvCxnSpPr>
            <p:cNvPr id="14" name="Straight Connector 62"/>
            <p:cNvCxnSpPr/>
            <p:nvPr>
              <p:custDataLst>
                <p:tags r:id="rId20"/>
              </p:custDataLst>
            </p:nvPr>
          </p:nvCxnSpPr>
          <p:spPr>
            <a:xfrm rot="5400000">
              <a:off x="2894013" y="5324475"/>
              <a:ext cx="1966912" cy="158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63"/>
            <p:cNvCxnSpPr/>
            <p:nvPr>
              <p:custDataLst>
                <p:tags r:id="rId21"/>
              </p:custDataLst>
            </p:nvPr>
          </p:nvCxnSpPr>
          <p:spPr>
            <a:xfrm flipH="1">
              <a:off x="3878263" y="4701495"/>
              <a:ext cx="1" cy="1127805"/>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519957" y="4035427"/>
            <a:ext cx="1590" cy="1966912"/>
            <a:chOff x="2325688" y="4341814"/>
            <a:chExt cx="1590" cy="1966912"/>
          </a:xfrm>
        </p:grpSpPr>
        <p:cxnSp>
          <p:nvCxnSpPr>
            <p:cNvPr id="17" name="Straight Connector 55"/>
            <p:cNvCxnSpPr/>
            <p:nvPr>
              <p:custDataLst>
                <p:tags r:id="rId18"/>
              </p:custDataLst>
            </p:nvPr>
          </p:nvCxnSpPr>
          <p:spPr>
            <a:xfrm rot="5400000">
              <a:off x="1343027" y="5324475"/>
              <a:ext cx="1966912" cy="158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56"/>
            <p:cNvCxnSpPr/>
            <p:nvPr>
              <p:custDataLst>
                <p:tags r:id="rId19"/>
              </p:custDataLst>
            </p:nvPr>
          </p:nvCxnSpPr>
          <p:spPr>
            <a:xfrm flipH="1">
              <a:off x="2327277" y="4701495"/>
              <a:ext cx="1" cy="1161143"/>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4689476" y="4761078"/>
            <a:ext cx="1476366" cy="1292471"/>
            <a:chOff x="1235075" y="4178427"/>
            <a:chExt cx="2006848" cy="1292471"/>
          </a:xfrm>
        </p:grpSpPr>
        <p:sp>
          <p:nvSpPr>
            <p:cNvPr id="63" name="文本框 62"/>
            <p:cNvSpPr txBox="1"/>
            <p:nvPr>
              <p:custDataLst>
                <p:tags r:id="rId16"/>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64" name="文本框 63"/>
            <p:cNvSpPr txBox="1"/>
            <p:nvPr>
              <p:custDataLst>
                <p:tags r:id="rId17"/>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sym typeface="+mn-ea"/>
                </a:rPr>
                <a:t>成功案例介绍</a:t>
              </a:r>
              <a:endPar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endParaRPr>
            </a:p>
          </p:txBody>
        </p:sp>
      </p:grpSp>
      <p:grpSp>
        <p:nvGrpSpPr>
          <p:cNvPr id="65" name="组合 64"/>
          <p:cNvGrpSpPr/>
          <p:nvPr/>
        </p:nvGrpSpPr>
        <p:grpSpPr>
          <a:xfrm>
            <a:off x="2751539" y="4761078"/>
            <a:ext cx="1476366" cy="1292471"/>
            <a:chOff x="1235075" y="4178427"/>
            <a:chExt cx="2006848" cy="1292471"/>
          </a:xfrm>
        </p:grpSpPr>
        <p:sp>
          <p:nvSpPr>
            <p:cNvPr id="66" name="文本框 65"/>
            <p:cNvSpPr txBox="1"/>
            <p:nvPr>
              <p:custDataLst>
                <p:tags r:id="rId14"/>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67" name="文本框 66"/>
            <p:cNvSpPr txBox="1"/>
            <p:nvPr>
              <p:custDataLst>
                <p:tags r:id="rId15"/>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sym typeface="+mn-ea"/>
                </a:rPr>
                <a:t>成功案例介绍</a:t>
              </a:r>
              <a:endPar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endParaRPr>
            </a:p>
          </p:txBody>
        </p:sp>
      </p:grpSp>
      <p:grpSp>
        <p:nvGrpSpPr>
          <p:cNvPr id="68" name="组合 67"/>
          <p:cNvGrpSpPr/>
          <p:nvPr/>
        </p:nvGrpSpPr>
        <p:grpSpPr>
          <a:xfrm>
            <a:off x="813602" y="4761078"/>
            <a:ext cx="1476366" cy="1292471"/>
            <a:chOff x="1235075" y="4178427"/>
            <a:chExt cx="2006848" cy="1292471"/>
          </a:xfrm>
        </p:grpSpPr>
        <p:sp>
          <p:nvSpPr>
            <p:cNvPr id="69" name="文本框 68"/>
            <p:cNvSpPr txBox="1"/>
            <p:nvPr>
              <p:custDataLst>
                <p:tags r:id="rId12"/>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70" name="文本框 69"/>
            <p:cNvSpPr txBox="1"/>
            <p:nvPr>
              <p:custDataLst>
                <p:tags r:id="rId13"/>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rPr>
                <a:t>成功案例介绍</a:t>
              </a:r>
            </a:p>
          </p:txBody>
        </p:sp>
      </p:grpSp>
      <p:pic>
        <p:nvPicPr>
          <p:cNvPr id="76" name="Picture 75" descr="image.jpg"/>
          <p:cNvPicPr>
            <a:picLocks noChangeAspect="1"/>
          </p:cNvPicPr>
          <p:nvPr/>
        </p:nvPicPr>
        <p:blipFill>
          <a:blip r:embed="rId2"/>
          <a:stretch>
            <a:fillRect/>
          </a:stretch>
        </p:blipFill>
        <p:spPr>
          <a:xfrm>
            <a:off x="0" y="1363345"/>
            <a:ext cx="12211050" cy="2183765"/>
          </a:xfrm>
          <a:prstGeom prst="rect">
            <a:avLst/>
          </a:prstGeom>
        </p:spPr>
      </p:pic>
      <p:sp>
        <p:nvSpPr>
          <p:cNvPr id="72" name="矩形 71"/>
          <p:cNvSpPr/>
          <p:nvPr>
            <p:custDataLst>
              <p:tags r:id="rId3"/>
            </p:custDataLst>
          </p:nvPr>
        </p:nvSpPr>
        <p:spPr>
          <a:xfrm>
            <a:off x="6890994" y="2581275"/>
            <a:ext cx="4377079" cy="3641725"/>
          </a:xfrm>
          <a:prstGeom prst="rect">
            <a:avLst/>
          </a:prstGeom>
          <a:solidFill>
            <a:schemeClr val="lt1"/>
          </a:solidFill>
          <a:ln>
            <a:noFill/>
          </a:ln>
          <a:effectLst>
            <a:outerShdw blurRad="635000" dist="254000" dir="3360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100" name="组合 99"/>
          <p:cNvGrpSpPr/>
          <p:nvPr/>
        </p:nvGrpSpPr>
        <p:grpSpPr>
          <a:xfrm>
            <a:off x="7359496" y="2968002"/>
            <a:ext cx="3435656" cy="2868270"/>
            <a:chOff x="4206419" y="200410"/>
            <a:chExt cx="3435656" cy="2868270"/>
          </a:xfrm>
        </p:grpSpPr>
        <p:sp>
          <p:nvSpPr>
            <p:cNvPr id="101" name="文本框 100"/>
            <p:cNvSpPr txBox="1"/>
            <p:nvPr>
              <p:custDataLst>
                <p:tags r:id="rId5"/>
              </p:custDataLst>
            </p:nvPr>
          </p:nvSpPr>
          <p:spPr>
            <a:xfrm>
              <a:off x="4300360" y="444309"/>
              <a:ext cx="2439076" cy="460375"/>
            </a:xfrm>
            <a:prstGeom prst="rect">
              <a:avLst/>
            </a:prstGeom>
            <a:noFill/>
          </p:spPr>
          <p:txBody>
            <a:bodyPr wrap="square">
              <a:spAutoFit/>
            </a:bodyPr>
            <a:lstStyle/>
            <a:p>
              <a:pPr algn="just">
                <a:lnSpc>
                  <a:spcPct val="120000"/>
                </a:lnSpc>
              </a:pPr>
              <a:r>
                <a:rPr lang="zh-CN" altLang="en-US" sz="20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成功案例分析</a:t>
              </a:r>
            </a:p>
          </p:txBody>
        </p:sp>
        <p:cxnSp>
          <p:nvCxnSpPr>
            <p:cNvPr id="102" name="直接连接符 101"/>
            <p:cNvCxnSpPr/>
            <p:nvPr>
              <p:custDataLst>
                <p:tags r:id="rId6"/>
              </p:custDataLst>
            </p:nvPr>
          </p:nvCxnSpPr>
          <p:spPr>
            <a:xfrm>
              <a:off x="4392339" y="982424"/>
              <a:ext cx="149656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3" name="文本框 102"/>
            <p:cNvSpPr txBox="1"/>
            <p:nvPr>
              <p:custDataLst>
                <p:tags r:id="rId7"/>
              </p:custDataLst>
            </p:nvPr>
          </p:nvSpPr>
          <p:spPr>
            <a:xfrm>
              <a:off x="4300360" y="200410"/>
              <a:ext cx="2439076" cy="300082"/>
            </a:xfrm>
            <a:prstGeom prst="rect">
              <a:avLst/>
            </a:prstGeom>
            <a:noFill/>
          </p:spPr>
          <p:txBody>
            <a:bodyPr wrap="square">
              <a:spAutoFit/>
            </a:bodyPr>
            <a:lstStyle/>
            <a:p>
              <a:pPr algn="just">
                <a:lnSpc>
                  <a:spcPct val="120000"/>
                </a:lnSpc>
              </a:pPr>
              <a:r>
                <a:rPr lang="en-US" altLang="zh-CN" sz="1200" b="1" dirty="0">
                  <a:solidFill>
                    <a:schemeClr val="lt1">
                      <a:lumMod val="50000"/>
                    </a:schemeClr>
                  </a:solidFill>
                  <a:latin typeface="阿里巴巴普惠体" panose="00020600040101010101" pitchFamily="18" charset="-122"/>
                  <a:ea typeface="阿里巴巴普惠体" panose="00020600040101010101" pitchFamily="18" charset="-122"/>
                </a:rPr>
                <a:t>ENTER THE TITLE</a:t>
              </a:r>
            </a:p>
          </p:txBody>
        </p:sp>
        <p:sp>
          <p:nvSpPr>
            <p:cNvPr id="104" name="文本框 103"/>
            <p:cNvSpPr txBox="1"/>
            <p:nvPr>
              <p:custDataLst>
                <p:tags r:id="rId8"/>
              </p:custDataLst>
            </p:nvPr>
          </p:nvSpPr>
          <p:spPr>
            <a:xfrm>
              <a:off x="4300360" y="1260607"/>
              <a:ext cx="3341715" cy="1105174"/>
            </a:xfrm>
            <a:prstGeom prst="rect">
              <a:avLst/>
            </a:prstGeom>
            <a:noFill/>
          </p:spPr>
          <p:txBody>
            <a:bodyPr wrap="square">
              <a:spAutoFit/>
            </a:bodyPr>
            <a:lstStyle/>
            <a:p>
              <a:pPr algn="just">
                <a:lnSpc>
                  <a:spcPct val="140000"/>
                </a:lnSpc>
              </a:pPr>
              <a:r>
                <a:rPr lang="zh-CN" altLang="en-US" sz="12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点此输入内容或者复制您的内容在这里，通过复制您的文本后，在此框中选择粘贴，并选择只保留文字点此输入并选择只保留文字</a:t>
              </a:r>
              <a:endParaRPr lang="en-US" altLang="zh-CN" sz="1200" dirty="0">
                <a:solidFill>
                  <a:schemeClr val="dk1">
                    <a:lumMod val="50000"/>
                    <a:lumOff val="50000"/>
                  </a:schemeClr>
                </a:solidFill>
                <a:latin typeface="阿里巴巴普惠体" panose="00020600040101010101" pitchFamily="18" charset="-122"/>
                <a:ea typeface="阿里巴巴普惠体" panose="00020600040101010101" pitchFamily="18" charset="-122"/>
              </a:endParaRPr>
            </a:p>
            <a:p>
              <a:pPr algn="just">
                <a:lnSpc>
                  <a:spcPct val="140000"/>
                </a:lnSpc>
              </a:pPr>
              <a:endParaRPr lang="en-US" altLang="zh-CN" sz="1200" dirty="0">
                <a:solidFill>
                  <a:schemeClr val="dk1">
                    <a:lumMod val="50000"/>
                    <a:lumOff val="50000"/>
                  </a:schemeClr>
                </a:solidFill>
                <a:latin typeface="阿里巴巴普惠体" panose="00020600040101010101" pitchFamily="18" charset="-122"/>
                <a:ea typeface="阿里巴巴普惠体" panose="00020600040101010101" pitchFamily="18" charset="-122"/>
              </a:endParaRPr>
            </a:p>
          </p:txBody>
        </p:sp>
        <p:sp>
          <p:nvSpPr>
            <p:cNvPr id="105" name="文本框 104"/>
            <p:cNvSpPr txBox="1"/>
            <p:nvPr>
              <p:custDataLst>
                <p:tags r:id="rId9"/>
              </p:custDataLst>
            </p:nvPr>
          </p:nvSpPr>
          <p:spPr>
            <a:xfrm>
              <a:off x="4300360" y="2222038"/>
              <a:ext cx="3341715" cy="846642"/>
            </a:xfrm>
            <a:prstGeom prst="rect">
              <a:avLst/>
            </a:prstGeom>
            <a:noFill/>
          </p:spPr>
          <p:txBody>
            <a:bodyPr wrap="square">
              <a:spAutoFit/>
            </a:bodyPr>
            <a:lstStyle/>
            <a:p>
              <a:pPr algn="just">
                <a:lnSpc>
                  <a:spcPct val="140000"/>
                </a:lnSpc>
              </a:pPr>
              <a:r>
                <a:rPr lang="zh-CN" altLang="en-US" sz="12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点此输入内容或者复制您的内容在这里，通过复制您的文本后，在此框中选择粘贴，并选择只保留文字点此输入并选择只保留文字</a:t>
              </a:r>
            </a:p>
          </p:txBody>
        </p:sp>
        <p:sp>
          <p:nvSpPr>
            <p:cNvPr id="106" name="椭圆 105"/>
            <p:cNvSpPr/>
            <p:nvPr>
              <p:custDataLst>
                <p:tags r:id="rId10"/>
              </p:custDataLst>
            </p:nvPr>
          </p:nvSpPr>
          <p:spPr>
            <a:xfrm>
              <a:off x="4206419" y="1394113"/>
              <a:ext cx="94456" cy="9445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7" name="椭圆 106"/>
            <p:cNvSpPr/>
            <p:nvPr>
              <p:custDataLst>
                <p:tags r:id="rId11"/>
              </p:custDataLst>
            </p:nvPr>
          </p:nvSpPr>
          <p:spPr>
            <a:xfrm>
              <a:off x="4206419" y="2365048"/>
              <a:ext cx="94456" cy="9445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sp>
        <p:nvSpPr>
          <p:cNvPr id="108" name="矩形 107"/>
          <p:cNvSpPr/>
          <p:nvPr>
            <p:custDataLst>
              <p:tags r:id="rId4"/>
            </p:custDataLst>
          </p:nvPr>
        </p:nvSpPr>
        <p:spPr>
          <a:xfrm>
            <a:off x="6890994" y="2655599"/>
            <a:ext cx="437707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79" name="组合 78"/>
          <p:cNvGrpSpPr/>
          <p:nvPr/>
        </p:nvGrpSpPr>
        <p:grpSpPr>
          <a:xfrm>
            <a:off x="1238885" y="3813810"/>
            <a:ext cx="723900" cy="723900"/>
            <a:chOff x="1039505" y="2799522"/>
            <a:chExt cx="1620000" cy="1620000"/>
          </a:xfrm>
          <a:effectLst>
            <a:outerShdw blurRad="50800" dist="38100" dir="8100000" algn="tr" rotWithShape="0">
              <a:prstClr val="black">
                <a:alpha val="40000"/>
              </a:prstClr>
            </a:outerShdw>
          </a:effectLst>
        </p:grpSpPr>
        <p:sp>
          <p:nvSpPr>
            <p:cNvPr id="80" name="椭圆 79"/>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1"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endParaRPr lang="zh-CN" altLang="en-US">
                <a:latin typeface="阿里巴巴普惠体" panose="00020600040101010101" pitchFamily="18" charset="-122"/>
                <a:ea typeface="阿里巴巴普惠体" panose="00020600040101010101" pitchFamily="18" charset="-122"/>
              </a:endParaRPr>
            </a:p>
          </p:txBody>
        </p:sp>
      </p:grpSp>
      <p:grpSp>
        <p:nvGrpSpPr>
          <p:cNvPr id="83" name="组合 82"/>
          <p:cNvGrpSpPr/>
          <p:nvPr/>
        </p:nvGrpSpPr>
        <p:grpSpPr>
          <a:xfrm>
            <a:off x="3112135" y="3813810"/>
            <a:ext cx="723900" cy="723900"/>
            <a:chOff x="1039505" y="2799522"/>
            <a:chExt cx="1620000" cy="1620000"/>
          </a:xfrm>
          <a:effectLst>
            <a:outerShdw blurRad="50800" dist="38100" dir="8100000" algn="tr" rotWithShape="0">
              <a:prstClr val="black">
                <a:alpha val="40000"/>
              </a:prstClr>
            </a:outerShdw>
          </a:effectLst>
        </p:grpSpPr>
        <p:sp>
          <p:nvSpPr>
            <p:cNvPr id="84" name="椭圆 83"/>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5"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endParaRPr lang="zh-CN" altLang="en-US">
                <a:latin typeface="阿里巴巴普惠体" panose="00020600040101010101" pitchFamily="18" charset="-122"/>
                <a:ea typeface="阿里巴巴普惠体" panose="00020600040101010101" pitchFamily="18" charset="-122"/>
              </a:endParaRPr>
            </a:p>
          </p:txBody>
        </p:sp>
      </p:grpSp>
      <p:grpSp>
        <p:nvGrpSpPr>
          <p:cNvPr id="86" name="组合 85"/>
          <p:cNvGrpSpPr/>
          <p:nvPr/>
        </p:nvGrpSpPr>
        <p:grpSpPr>
          <a:xfrm>
            <a:off x="4985385" y="3813810"/>
            <a:ext cx="723900" cy="723900"/>
            <a:chOff x="1039505" y="2799522"/>
            <a:chExt cx="1620000" cy="1620000"/>
          </a:xfrm>
          <a:effectLst>
            <a:outerShdw blurRad="50800" dist="38100" dir="8100000" algn="tr" rotWithShape="0">
              <a:prstClr val="black">
                <a:alpha val="40000"/>
              </a:prstClr>
            </a:outerShdw>
          </a:effectLst>
        </p:grpSpPr>
        <p:sp>
          <p:nvSpPr>
            <p:cNvPr id="87" name="椭圆 86"/>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8"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endParaRPr lang="zh-CN" altLang="en-US">
                <a:latin typeface="阿里巴巴普惠体" panose="00020600040101010101" pitchFamily="18" charset="-122"/>
                <a:ea typeface="阿里巴巴普惠体" panose="00020600040101010101" pitchFamily="18" charset="-122"/>
              </a:endParaRPr>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H_Other_1"/>
          <p:cNvSpPr/>
          <p:nvPr>
            <p:custDataLst>
              <p:tags r:id="rId1"/>
            </p:custDataLst>
          </p:nvPr>
        </p:nvSpPr>
        <p:spPr>
          <a:xfrm rot="16200000">
            <a:off x="2484370"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00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6" name="MH_Other_4"/>
          <p:cNvSpPr/>
          <p:nvPr>
            <p:custDataLst>
              <p:tags r:id="rId2"/>
            </p:custDataLst>
          </p:nvPr>
        </p:nvSpPr>
        <p:spPr>
          <a:xfrm rot="16200000">
            <a:off x="4998604"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25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10" name="MH_Other_7"/>
          <p:cNvSpPr/>
          <p:nvPr>
            <p:custDataLst>
              <p:tags r:id="rId3"/>
            </p:custDataLst>
          </p:nvPr>
        </p:nvSpPr>
        <p:spPr>
          <a:xfrm rot="16200000">
            <a:off x="7510723"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25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7" name="MH_Other_5"/>
          <p:cNvSpPr/>
          <p:nvPr>
            <p:custDataLst>
              <p:tags r:id="rId4"/>
            </p:custDataLst>
          </p:nvPr>
        </p:nvSpPr>
        <p:spPr>
          <a:xfrm>
            <a:off x="4620918"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8" name="MH_SubTitle_2"/>
          <p:cNvSpPr/>
          <p:nvPr>
            <p:custDataLst>
              <p:tags r:id="rId5"/>
            </p:custDataLst>
          </p:nvPr>
        </p:nvSpPr>
        <p:spPr>
          <a:xfrm>
            <a:off x="3757284" y="2325362"/>
            <a:ext cx="2297814" cy="3407537"/>
          </a:xfrm>
          <a:prstGeom prst="rect">
            <a:avLst/>
          </a:prstGeom>
          <a:solidFill>
            <a:srgbClr val="FEFFFF"/>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9" name="MH_Other_6"/>
          <p:cNvSpPr/>
          <p:nvPr>
            <p:custDataLst>
              <p:tags r:id="rId6"/>
            </p:custDataLst>
          </p:nvPr>
        </p:nvSpPr>
        <p:spPr>
          <a:xfrm>
            <a:off x="3973312" y="2092491"/>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W</a:t>
            </a:r>
          </a:p>
        </p:txBody>
      </p:sp>
      <p:sp>
        <p:nvSpPr>
          <p:cNvPr id="37" name="KSO_Shape"/>
          <p:cNvSpPr/>
          <p:nvPr/>
        </p:nvSpPr>
        <p:spPr>
          <a:xfrm>
            <a:off x="4876530" y="4517966"/>
            <a:ext cx="557085" cy="534037"/>
          </a:xfrm>
          <a:custGeom>
            <a:avLst/>
            <a:gdLst/>
            <a:ahLst/>
            <a:cxnLst/>
            <a:rect l="l" t="t" r="r" b="b"/>
            <a:pathLst>
              <a:path w="1889279" h="1810503">
                <a:moveTo>
                  <a:pt x="1408636" y="1462945"/>
                </a:moveTo>
                <a:cubicBezTo>
                  <a:pt x="1471912" y="1494489"/>
                  <a:pt x="1528819" y="1532588"/>
                  <a:pt x="1575786" y="1578162"/>
                </a:cubicBezTo>
                <a:cubicBezTo>
                  <a:pt x="1467281" y="1672800"/>
                  <a:pt x="1335058" y="1742507"/>
                  <a:pt x="1188886" y="1779443"/>
                </a:cubicBezTo>
                <a:cubicBezTo>
                  <a:pt x="1278166" y="1700386"/>
                  <a:pt x="1353810" y="1592053"/>
                  <a:pt x="1408636" y="1462945"/>
                </a:cubicBezTo>
                <a:close/>
                <a:moveTo>
                  <a:pt x="494888" y="1445849"/>
                </a:moveTo>
                <a:cubicBezTo>
                  <a:pt x="556747" y="1590569"/>
                  <a:pt x="643865" y="1709702"/>
                  <a:pt x="747068" y="1790925"/>
                </a:cubicBezTo>
                <a:cubicBezTo>
                  <a:pt x="576321" y="1756303"/>
                  <a:pt x="422614" y="1677538"/>
                  <a:pt x="300900" y="1566189"/>
                </a:cubicBezTo>
                <a:cubicBezTo>
                  <a:pt x="355309" y="1517036"/>
                  <a:pt x="421005" y="1476420"/>
                  <a:pt x="494888" y="1445849"/>
                </a:cubicBezTo>
                <a:close/>
                <a:moveTo>
                  <a:pt x="900586" y="1355871"/>
                </a:moveTo>
                <a:lnTo>
                  <a:pt x="900586" y="1808904"/>
                </a:lnTo>
                <a:lnTo>
                  <a:pt x="884222" y="1808113"/>
                </a:lnTo>
                <a:cubicBezTo>
                  <a:pt x="745280" y="1742581"/>
                  <a:pt x="627378" y="1604992"/>
                  <a:pt x="551037" y="1423344"/>
                </a:cubicBezTo>
                <a:cubicBezTo>
                  <a:pt x="655969" y="1381011"/>
                  <a:pt x="774745" y="1357337"/>
                  <a:pt x="900586" y="1355871"/>
                </a:cubicBezTo>
                <a:close/>
                <a:moveTo>
                  <a:pt x="953521" y="1355186"/>
                </a:moveTo>
                <a:cubicBezTo>
                  <a:pt x="1099660" y="1356509"/>
                  <a:pt x="1236550" y="1386650"/>
                  <a:pt x="1354036" y="1440083"/>
                </a:cubicBezTo>
                <a:cubicBezTo>
                  <a:pt x="1283551" y="1605630"/>
                  <a:pt x="1178611" y="1734316"/>
                  <a:pt x="1054486" y="1804443"/>
                </a:cubicBezTo>
                <a:lnTo>
                  <a:pt x="953521" y="1810503"/>
                </a:lnTo>
                <a:close/>
                <a:moveTo>
                  <a:pt x="1517159" y="931303"/>
                </a:moveTo>
                <a:lnTo>
                  <a:pt x="1889279" y="931303"/>
                </a:lnTo>
                <a:cubicBezTo>
                  <a:pt x="1883282" y="1167646"/>
                  <a:pt x="1781715" y="1381244"/>
                  <a:pt x="1618873" y="1536894"/>
                </a:cubicBezTo>
                <a:cubicBezTo>
                  <a:pt x="1566437" y="1485571"/>
                  <a:pt x="1502786" y="1442774"/>
                  <a:pt x="1431939" y="1407715"/>
                </a:cubicBezTo>
                <a:cubicBezTo>
                  <a:pt x="1485774" y="1266553"/>
                  <a:pt x="1516428" y="1104135"/>
                  <a:pt x="1517159" y="931303"/>
                </a:cubicBezTo>
                <a:close/>
                <a:moveTo>
                  <a:pt x="953521" y="931303"/>
                </a:moveTo>
                <a:lnTo>
                  <a:pt x="1456842" y="931303"/>
                </a:lnTo>
                <a:cubicBezTo>
                  <a:pt x="1456123" y="1096196"/>
                  <a:pt x="1427268" y="1250986"/>
                  <a:pt x="1375819" y="1384691"/>
                </a:cubicBezTo>
                <a:cubicBezTo>
                  <a:pt x="1251537" y="1327928"/>
                  <a:pt x="1107288" y="1296191"/>
                  <a:pt x="953521" y="1294902"/>
                </a:cubicBezTo>
                <a:close/>
                <a:moveTo>
                  <a:pt x="448568" y="931303"/>
                </a:moveTo>
                <a:lnTo>
                  <a:pt x="900586" y="931303"/>
                </a:lnTo>
                <a:lnTo>
                  <a:pt x="900586" y="1295603"/>
                </a:lnTo>
                <a:cubicBezTo>
                  <a:pt x="766605" y="1297053"/>
                  <a:pt x="640053" y="1322469"/>
                  <a:pt x="528061" y="1368046"/>
                </a:cubicBezTo>
                <a:cubicBezTo>
                  <a:pt x="478984" y="1238632"/>
                  <a:pt x="450499" y="1089843"/>
                  <a:pt x="448568" y="931303"/>
                </a:cubicBezTo>
                <a:close/>
                <a:moveTo>
                  <a:pt x="0" y="931303"/>
                </a:moveTo>
                <a:lnTo>
                  <a:pt x="388264" y="931303"/>
                </a:lnTo>
                <a:cubicBezTo>
                  <a:pt x="390220" y="1097785"/>
                  <a:pt x="420532" y="1254193"/>
                  <a:pt x="473139" y="1390578"/>
                </a:cubicBezTo>
                <a:cubicBezTo>
                  <a:pt x="391203" y="1423988"/>
                  <a:pt x="318506" y="1469260"/>
                  <a:pt x="258353" y="1524144"/>
                </a:cubicBezTo>
                <a:cubicBezTo>
                  <a:pt x="102364" y="1370026"/>
                  <a:pt x="5849" y="1161456"/>
                  <a:pt x="0" y="931303"/>
                </a:cubicBezTo>
                <a:close/>
                <a:moveTo>
                  <a:pt x="536834" y="421694"/>
                </a:moveTo>
                <a:cubicBezTo>
                  <a:pt x="646682" y="464986"/>
                  <a:pt x="770110" y="489176"/>
                  <a:pt x="900586" y="490537"/>
                </a:cubicBezTo>
                <a:lnTo>
                  <a:pt x="900586" y="875390"/>
                </a:lnTo>
                <a:lnTo>
                  <a:pt x="448805" y="875390"/>
                </a:lnTo>
                <a:cubicBezTo>
                  <a:pt x="451150" y="709592"/>
                  <a:pt x="482649" y="554587"/>
                  <a:pt x="536834" y="421694"/>
                </a:cubicBezTo>
                <a:close/>
                <a:moveTo>
                  <a:pt x="1356131" y="409527"/>
                </a:moveTo>
                <a:cubicBezTo>
                  <a:pt x="1415590" y="544412"/>
                  <a:pt x="1451132" y="703874"/>
                  <a:pt x="1455052" y="875390"/>
                </a:cubicBezTo>
                <a:lnTo>
                  <a:pt x="953521" y="875390"/>
                </a:lnTo>
                <a:lnTo>
                  <a:pt x="953521" y="491238"/>
                </a:lnTo>
                <a:cubicBezTo>
                  <a:pt x="1099303" y="490092"/>
                  <a:pt x="1236528" y="461431"/>
                  <a:pt x="1356131" y="409527"/>
                </a:cubicBezTo>
                <a:close/>
                <a:moveTo>
                  <a:pt x="271202" y="273767"/>
                </a:moveTo>
                <a:cubicBezTo>
                  <a:pt x="330895" y="324894"/>
                  <a:pt x="401533" y="367494"/>
                  <a:pt x="480768" y="398692"/>
                </a:cubicBezTo>
                <a:cubicBezTo>
                  <a:pt x="424147" y="539118"/>
                  <a:pt x="390867" y="701724"/>
                  <a:pt x="388496" y="875390"/>
                </a:cubicBezTo>
                <a:lnTo>
                  <a:pt x="238" y="875390"/>
                </a:lnTo>
                <a:cubicBezTo>
                  <a:pt x="7162" y="640451"/>
                  <a:pt x="108645" y="428248"/>
                  <a:pt x="271202" y="273767"/>
                </a:cubicBezTo>
                <a:close/>
                <a:moveTo>
                  <a:pt x="1605567" y="261436"/>
                </a:moveTo>
                <a:cubicBezTo>
                  <a:pt x="1775300" y="417133"/>
                  <a:pt x="1881942" y="634296"/>
                  <a:pt x="1889035" y="875390"/>
                </a:cubicBezTo>
                <a:lnTo>
                  <a:pt x="1515364" y="875390"/>
                </a:lnTo>
                <a:cubicBezTo>
                  <a:pt x="1511419" y="696081"/>
                  <a:pt x="1474168" y="529014"/>
                  <a:pt x="1413107" y="386152"/>
                </a:cubicBezTo>
                <a:cubicBezTo>
                  <a:pt x="1485941" y="353453"/>
                  <a:pt x="1551126" y="311628"/>
                  <a:pt x="1605567" y="261436"/>
                </a:cubicBezTo>
                <a:close/>
                <a:moveTo>
                  <a:pt x="748157" y="19413"/>
                </a:moveTo>
                <a:cubicBezTo>
                  <a:pt x="649482" y="96557"/>
                  <a:pt x="565491" y="208310"/>
                  <a:pt x="504779" y="344256"/>
                </a:cubicBezTo>
                <a:cubicBezTo>
                  <a:pt x="432706" y="315858"/>
                  <a:pt x="368354" y="277545"/>
                  <a:pt x="313920" y="231604"/>
                </a:cubicBezTo>
                <a:cubicBezTo>
                  <a:pt x="434240" y="127070"/>
                  <a:pt x="583275" y="52667"/>
                  <a:pt x="748157" y="19413"/>
                </a:cubicBezTo>
                <a:close/>
                <a:moveTo>
                  <a:pt x="1137621" y="18543"/>
                </a:moveTo>
                <a:cubicBezTo>
                  <a:pt x="1297904" y="50310"/>
                  <a:pt x="1443338" y="120918"/>
                  <a:pt x="1562575" y="219802"/>
                </a:cubicBezTo>
                <a:cubicBezTo>
                  <a:pt x="1512842" y="265093"/>
                  <a:pt x="1453308" y="302843"/>
                  <a:pt x="1386970" y="332857"/>
                </a:cubicBezTo>
                <a:cubicBezTo>
                  <a:pt x="1323718" y="199817"/>
                  <a:pt x="1237626" y="91674"/>
                  <a:pt x="1137621" y="18543"/>
                </a:cubicBezTo>
                <a:close/>
                <a:moveTo>
                  <a:pt x="900586" y="1702"/>
                </a:moveTo>
                <a:lnTo>
                  <a:pt x="900586" y="430269"/>
                </a:lnTo>
                <a:cubicBezTo>
                  <a:pt x="778345" y="428899"/>
                  <a:pt x="662774" y="406468"/>
                  <a:pt x="560047" y="366408"/>
                </a:cubicBezTo>
                <a:cubicBezTo>
                  <a:pt x="637783" y="193348"/>
                  <a:pt x="753999" y="63227"/>
                  <a:pt x="890213" y="2203"/>
                </a:cubicBezTo>
                <a:close/>
                <a:moveTo>
                  <a:pt x="953521" y="0"/>
                </a:moveTo>
                <a:lnTo>
                  <a:pt x="981035" y="1330"/>
                </a:lnTo>
                <a:cubicBezTo>
                  <a:pt x="1124068" y="53565"/>
                  <a:pt x="1247786" y="180867"/>
                  <a:pt x="1332000" y="354889"/>
                </a:cubicBezTo>
                <a:cubicBezTo>
                  <a:pt x="1219743" y="403080"/>
                  <a:pt x="1090709" y="429800"/>
                  <a:pt x="953521" y="430954"/>
                </a:cubicBez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1" name="MH_Other_8"/>
          <p:cNvSpPr/>
          <p:nvPr>
            <p:custDataLst>
              <p:tags r:id="rId7"/>
            </p:custDataLst>
          </p:nvPr>
        </p:nvSpPr>
        <p:spPr>
          <a:xfrm>
            <a:off x="7133032"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2" name="MH_SubTitle_3"/>
          <p:cNvSpPr/>
          <p:nvPr>
            <p:custDataLst>
              <p:tags r:id="rId8"/>
            </p:custDataLst>
          </p:nvPr>
        </p:nvSpPr>
        <p:spPr>
          <a:xfrm>
            <a:off x="6271515" y="2325362"/>
            <a:ext cx="2297814" cy="3407537"/>
          </a:xfrm>
          <a:prstGeom prst="rect">
            <a:avLst/>
          </a:prstGeom>
          <a:solidFill>
            <a:srgbClr val="FEFFFF"/>
          </a:solidFill>
          <a:ln w="127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3" name="MH_Other_9"/>
          <p:cNvSpPr/>
          <p:nvPr>
            <p:custDataLst>
              <p:tags r:id="rId9"/>
            </p:custDataLst>
          </p:nvPr>
        </p:nvSpPr>
        <p:spPr>
          <a:xfrm>
            <a:off x="6487543" y="2092491"/>
            <a:ext cx="632790"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O</a:t>
            </a:r>
          </a:p>
        </p:txBody>
      </p:sp>
      <p:sp>
        <p:nvSpPr>
          <p:cNvPr id="38" name="KSO_Shape"/>
          <p:cNvSpPr/>
          <p:nvPr/>
        </p:nvSpPr>
        <p:spPr>
          <a:xfrm>
            <a:off x="7407450" y="4506357"/>
            <a:ext cx="538516" cy="557257"/>
          </a:xfrm>
          <a:custGeom>
            <a:avLst/>
            <a:gdLst/>
            <a:ahLst/>
            <a:cxnLst/>
            <a:rect l="l" t="t" r="r" b="b"/>
            <a:pathLst>
              <a:path w="1119349" h="1157433">
                <a:moveTo>
                  <a:pt x="135620" y="818456"/>
                </a:moveTo>
                <a:cubicBezTo>
                  <a:pt x="71450" y="948523"/>
                  <a:pt x="57484" y="1054732"/>
                  <a:pt x="108323" y="1103729"/>
                </a:cubicBezTo>
                <a:cubicBezTo>
                  <a:pt x="164989" y="1158341"/>
                  <a:pt x="289713" y="1129874"/>
                  <a:pt x="437069" y="1040437"/>
                </a:cubicBezTo>
                <a:cubicBezTo>
                  <a:pt x="307239" y="1007168"/>
                  <a:pt x="198946" y="926245"/>
                  <a:pt x="135620" y="818456"/>
                </a:cubicBezTo>
                <a:close/>
                <a:moveTo>
                  <a:pt x="582086" y="345816"/>
                </a:moveTo>
                <a:cubicBezTo>
                  <a:pt x="490772" y="345817"/>
                  <a:pt x="434615" y="407693"/>
                  <a:pt x="413811" y="495363"/>
                </a:cubicBezTo>
                <a:lnTo>
                  <a:pt x="750361" y="495364"/>
                </a:lnTo>
                <a:cubicBezTo>
                  <a:pt x="729557" y="407692"/>
                  <a:pt x="673401" y="345816"/>
                  <a:pt x="582086" y="345816"/>
                </a:cubicBezTo>
                <a:close/>
                <a:moveTo>
                  <a:pt x="954622" y="129"/>
                </a:moveTo>
                <a:cubicBezTo>
                  <a:pt x="1007406" y="-1466"/>
                  <a:pt x="1051113" y="11645"/>
                  <a:pt x="1081775" y="41196"/>
                </a:cubicBezTo>
                <a:cubicBezTo>
                  <a:pt x="1101805" y="60500"/>
                  <a:pt x="1115030" y="85625"/>
                  <a:pt x="1119349" y="116033"/>
                </a:cubicBezTo>
                <a:cubicBezTo>
                  <a:pt x="1112931" y="103633"/>
                  <a:pt x="1104158" y="92219"/>
                  <a:pt x="1093494" y="81508"/>
                </a:cubicBezTo>
                <a:cubicBezTo>
                  <a:pt x="1010899" y="-1451"/>
                  <a:pt x="882017" y="28786"/>
                  <a:pt x="737350" y="130602"/>
                </a:cubicBezTo>
                <a:cubicBezTo>
                  <a:pt x="943277" y="190863"/>
                  <a:pt x="1091569" y="370605"/>
                  <a:pt x="1091569" y="582598"/>
                </a:cubicBezTo>
                <a:lnTo>
                  <a:pt x="1085273" y="640757"/>
                </a:lnTo>
                <a:lnTo>
                  <a:pt x="755888" y="640756"/>
                </a:lnTo>
                <a:lnTo>
                  <a:pt x="719073" y="640757"/>
                </a:lnTo>
                <a:lnTo>
                  <a:pt x="408284" y="640757"/>
                </a:lnTo>
                <a:cubicBezTo>
                  <a:pt x="424002" y="743453"/>
                  <a:pt x="484447" y="819382"/>
                  <a:pt x="582086" y="819383"/>
                </a:cubicBezTo>
                <a:cubicBezTo>
                  <a:pt x="648673" y="819382"/>
                  <a:pt x="697960" y="784070"/>
                  <a:pt x="725617" y="727992"/>
                </a:cubicBezTo>
                <a:lnTo>
                  <a:pt x="1064773" y="727992"/>
                </a:lnTo>
                <a:cubicBezTo>
                  <a:pt x="1000780" y="921122"/>
                  <a:pt x="807116" y="1060320"/>
                  <a:pt x="578539" y="1060320"/>
                </a:cubicBezTo>
                <a:cubicBezTo>
                  <a:pt x="541437" y="1060319"/>
                  <a:pt x="505255" y="1056652"/>
                  <a:pt x="470646" y="1048435"/>
                </a:cubicBezTo>
                <a:cubicBezTo>
                  <a:pt x="288189" y="1159820"/>
                  <a:pt x="124174" y="1191927"/>
                  <a:pt x="45670" y="1116267"/>
                </a:cubicBezTo>
                <a:cubicBezTo>
                  <a:pt x="-38972" y="1034693"/>
                  <a:pt x="-2092" y="849162"/>
                  <a:pt x="124297" y="645271"/>
                </a:cubicBezTo>
                <a:cubicBezTo>
                  <a:pt x="126384" y="641564"/>
                  <a:pt x="128546" y="637931"/>
                  <a:pt x="130887" y="634433"/>
                </a:cubicBezTo>
                <a:cubicBezTo>
                  <a:pt x="140131" y="616742"/>
                  <a:pt x="151256" y="599735"/>
                  <a:pt x="163296" y="582889"/>
                </a:cubicBezTo>
                <a:cubicBezTo>
                  <a:pt x="171413" y="570408"/>
                  <a:pt x="179765" y="558285"/>
                  <a:pt x="189707" y="547372"/>
                </a:cubicBezTo>
                <a:cubicBezTo>
                  <a:pt x="207410" y="520542"/>
                  <a:pt x="227598" y="494496"/>
                  <a:pt x="249351" y="468810"/>
                </a:cubicBezTo>
                <a:cubicBezTo>
                  <a:pt x="261501" y="453873"/>
                  <a:pt x="274484" y="439223"/>
                  <a:pt x="288439" y="424719"/>
                </a:cubicBezTo>
                <a:cubicBezTo>
                  <a:pt x="304701" y="403895"/>
                  <a:pt x="322841" y="384213"/>
                  <a:pt x="341644" y="364703"/>
                </a:cubicBezTo>
                <a:cubicBezTo>
                  <a:pt x="392793" y="311630"/>
                  <a:pt x="445389" y="263415"/>
                  <a:pt x="498166" y="220924"/>
                </a:cubicBezTo>
                <a:cubicBezTo>
                  <a:pt x="310657" y="309270"/>
                  <a:pt x="183697" y="431706"/>
                  <a:pt x="65845" y="579499"/>
                </a:cubicBezTo>
                <a:cubicBezTo>
                  <a:pt x="67312" y="317087"/>
                  <a:pt x="296312" y="104878"/>
                  <a:pt x="578538" y="104878"/>
                </a:cubicBezTo>
                <a:lnTo>
                  <a:pt x="651994" y="111773"/>
                </a:lnTo>
                <a:cubicBezTo>
                  <a:pt x="764896" y="41979"/>
                  <a:pt x="871117" y="2651"/>
                  <a:pt x="954622" y="129"/>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3" name="MH_Other_2"/>
          <p:cNvSpPr/>
          <p:nvPr>
            <p:custDataLst>
              <p:tags r:id="rId10"/>
            </p:custDataLst>
          </p:nvPr>
        </p:nvSpPr>
        <p:spPr>
          <a:xfrm>
            <a:off x="2043061" y="2072947"/>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4" name="MH_SubTitle_1"/>
          <p:cNvSpPr/>
          <p:nvPr>
            <p:custDataLst>
              <p:tags r:id="rId11"/>
            </p:custDataLst>
          </p:nvPr>
        </p:nvSpPr>
        <p:spPr>
          <a:xfrm>
            <a:off x="1181544" y="2305817"/>
            <a:ext cx="2297814" cy="3407537"/>
          </a:xfrm>
          <a:prstGeom prst="rect">
            <a:avLst/>
          </a:prstGeom>
          <a:solidFill>
            <a:srgbClr val="FEFFFF"/>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5" name="MH_Other_3"/>
          <p:cNvSpPr/>
          <p:nvPr>
            <p:custDataLst>
              <p:tags r:id="rId12"/>
            </p:custDataLst>
          </p:nvPr>
        </p:nvSpPr>
        <p:spPr>
          <a:xfrm>
            <a:off x="1395455" y="2072947"/>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S</a:t>
            </a:r>
          </a:p>
        </p:txBody>
      </p:sp>
      <p:sp>
        <p:nvSpPr>
          <p:cNvPr id="39" name="KSO_Shape"/>
          <p:cNvSpPr/>
          <p:nvPr/>
        </p:nvSpPr>
        <p:spPr bwMode="auto">
          <a:xfrm>
            <a:off x="2302274" y="4486812"/>
            <a:ext cx="557085" cy="557257"/>
          </a:xfrm>
          <a:custGeom>
            <a:avLst/>
            <a:gdLst>
              <a:gd name="T0" fmla="*/ 2147483646 w 207"/>
              <a:gd name="T1" fmla="*/ 2147483646 h 207"/>
              <a:gd name="T2" fmla="*/ 2147483646 w 207"/>
              <a:gd name="T3" fmla="*/ 2147483646 h 207"/>
              <a:gd name="T4" fmla="*/ 2147483646 w 207"/>
              <a:gd name="T5" fmla="*/ 2147483646 h 207"/>
              <a:gd name="T6" fmla="*/ 2147483646 w 207"/>
              <a:gd name="T7" fmla="*/ 2147483646 h 207"/>
              <a:gd name="T8" fmla="*/ 2147483646 w 207"/>
              <a:gd name="T9" fmla="*/ 2147483646 h 207"/>
              <a:gd name="T10" fmla="*/ 2147483646 w 207"/>
              <a:gd name="T11" fmla="*/ 2147483646 h 207"/>
              <a:gd name="T12" fmla="*/ 2147483646 w 207"/>
              <a:gd name="T13" fmla="*/ 2147483646 h 207"/>
              <a:gd name="T14" fmla="*/ 2147483646 w 207"/>
              <a:gd name="T15" fmla="*/ 2147483646 h 207"/>
              <a:gd name="T16" fmla="*/ 2147483646 w 207"/>
              <a:gd name="T17" fmla="*/ 2147483646 h 207"/>
              <a:gd name="T18" fmla="*/ 2147483646 w 207"/>
              <a:gd name="T19" fmla="*/ 2147483646 h 207"/>
              <a:gd name="T20" fmla="*/ 2147483646 w 207"/>
              <a:gd name="T21" fmla="*/ 2147483646 h 207"/>
              <a:gd name="T22" fmla="*/ 2147483646 w 207"/>
              <a:gd name="T23" fmla="*/ 2147483646 h 207"/>
              <a:gd name="T24" fmla="*/ 2147483646 w 207"/>
              <a:gd name="T25" fmla="*/ 2147483646 h 207"/>
              <a:gd name="T26" fmla="*/ 2147483646 w 207"/>
              <a:gd name="T27" fmla="*/ 2147483646 h 207"/>
              <a:gd name="T28" fmla="*/ 0 w 207"/>
              <a:gd name="T29" fmla="*/ 2147483646 h 207"/>
              <a:gd name="T30" fmla="*/ 2147483646 w 207"/>
              <a:gd name="T31" fmla="*/ 2147483646 h 207"/>
              <a:gd name="T32" fmla="*/ 2147483646 w 207"/>
              <a:gd name="T33" fmla="*/ 0 h 207"/>
              <a:gd name="T34" fmla="*/ 2147483646 w 207"/>
              <a:gd name="T35" fmla="*/ 2147483646 h 207"/>
              <a:gd name="T36" fmla="*/ 2147483646 w 207"/>
              <a:gd name="T37" fmla="*/ 2147483646 h 207"/>
              <a:gd name="T38" fmla="*/ 2147483646 w 207"/>
              <a:gd name="T39" fmla="*/ 2147483646 h 207"/>
              <a:gd name="T40" fmla="*/ 2147483646 w 207"/>
              <a:gd name="T41" fmla="*/ 2147483646 h 207"/>
              <a:gd name="T42" fmla="*/ 2147483646 w 207"/>
              <a:gd name="T43" fmla="*/ 2147483646 h 207"/>
              <a:gd name="T44" fmla="*/ 2147483646 w 207"/>
              <a:gd name="T45" fmla="*/ 2147483646 h 207"/>
              <a:gd name="T46" fmla="*/ 2147483646 w 207"/>
              <a:gd name="T47" fmla="*/ 2147483646 h 207"/>
              <a:gd name="T48" fmla="*/ 2147483646 w 207"/>
              <a:gd name="T49" fmla="*/ 2147483646 h 207"/>
              <a:gd name="T50" fmla="*/ 2147483646 w 207"/>
              <a:gd name="T51" fmla="*/ 2147483646 h 207"/>
              <a:gd name="T52" fmla="*/ 2147483646 w 207"/>
              <a:gd name="T53" fmla="*/ 2147483646 h 207"/>
              <a:gd name="T54" fmla="*/ 2147483646 w 207"/>
              <a:gd name="T55" fmla="*/ 2147483646 h 207"/>
              <a:gd name="T56" fmla="*/ 2147483646 w 207"/>
              <a:gd name="T57" fmla="*/ 2147483646 h 207"/>
              <a:gd name="T58" fmla="*/ 2147483646 w 207"/>
              <a:gd name="T59" fmla="*/ 2147483646 h 207"/>
              <a:gd name="T60" fmla="*/ 2147483646 w 207"/>
              <a:gd name="T61" fmla="*/ 2147483646 h 207"/>
              <a:gd name="T62" fmla="*/ 2147483646 w 207"/>
              <a:gd name="T63" fmla="*/ 2147483646 h 207"/>
              <a:gd name="T64" fmla="*/ 2147483646 w 207"/>
              <a:gd name="T65" fmla="*/ 2147483646 h 207"/>
              <a:gd name="T66" fmla="*/ 2147483646 w 207"/>
              <a:gd name="T67" fmla="*/ 2147483646 h 207"/>
              <a:gd name="T68" fmla="*/ 2147483646 w 207"/>
              <a:gd name="T69" fmla="*/ 2147483646 h 207"/>
              <a:gd name="T70" fmla="*/ 2147483646 w 207"/>
              <a:gd name="T71" fmla="*/ 2147483646 h 207"/>
              <a:gd name="T72" fmla="*/ 2147483646 w 207"/>
              <a:gd name="T73" fmla="*/ 2147483646 h 207"/>
              <a:gd name="T74" fmla="*/ 2147483646 w 207"/>
              <a:gd name="T75" fmla="*/ 2147483646 h 2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07" h="207">
                <a:moveTo>
                  <a:pt x="137" y="51"/>
                </a:moveTo>
                <a:cubicBezTo>
                  <a:pt x="153" y="51"/>
                  <a:pt x="153" y="51"/>
                  <a:pt x="153" y="51"/>
                </a:cubicBezTo>
                <a:cubicBezTo>
                  <a:pt x="142" y="113"/>
                  <a:pt x="142" y="113"/>
                  <a:pt x="142" y="113"/>
                </a:cubicBezTo>
                <a:cubicBezTo>
                  <a:pt x="141" y="120"/>
                  <a:pt x="141" y="125"/>
                  <a:pt x="142" y="128"/>
                </a:cubicBezTo>
                <a:cubicBezTo>
                  <a:pt x="143" y="132"/>
                  <a:pt x="146" y="133"/>
                  <a:pt x="150" y="133"/>
                </a:cubicBezTo>
                <a:cubicBezTo>
                  <a:pt x="154" y="133"/>
                  <a:pt x="158" y="132"/>
                  <a:pt x="161" y="130"/>
                </a:cubicBezTo>
                <a:cubicBezTo>
                  <a:pt x="165" y="129"/>
                  <a:pt x="169" y="126"/>
                  <a:pt x="172" y="122"/>
                </a:cubicBezTo>
                <a:cubicBezTo>
                  <a:pt x="175" y="118"/>
                  <a:pt x="177" y="114"/>
                  <a:pt x="179" y="108"/>
                </a:cubicBezTo>
                <a:cubicBezTo>
                  <a:pt x="181" y="102"/>
                  <a:pt x="182" y="95"/>
                  <a:pt x="182" y="87"/>
                </a:cubicBezTo>
                <a:cubicBezTo>
                  <a:pt x="182" y="76"/>
                  <a:pt x="180" y="66"/>
                  <a:pt x="176" y="58"/>
                </a:cubicBezTo>
                <a:cubicBezTo>
                  <a:pt x="172" y="50"/>
                  <a:pt x="167" y="44"/>
                  <a:pt x="161" y="38"/>
                </a:cubicBezTo>
                <a:cubicBezTo>
                  <a:pt x="154" y="33"/>
                  <a:pt x="146" y="29"/>
                  <a:pt x="137" y="27"/>
                </a:cubicBezTo>
                <a:cubicBezTo>
                  <a:pt x="128" y="24"/>
                  <a:pt x="119" y="23"/>
                  <a:pt x="109" y="23"/>
                </a:cubicBezTo>
                <a:cubicBezTo>
                  <a:pt x="97" y="23"/>
                  <a:pt x="86" y="25"/>
                  <a:pt x="76" y="30"/>
                </a:cubicBezTo>
                <a:cubicBezTo>
                  <a:pt x="65" y="34"/>
                  <a:pt x="57" y="40"/>
                  <a:pt x="49" y="47"/>
                </a:cubicBezTo>
                <a:cubicBezTo>
                  <a:pt x="42" y="55"/>
                  <a:pt x="36" y="63"/>
                  <a:pt x="31" y="74"/>
                </a:cubicBezTo>
                <a:cubicBezTo>
                  <a:pt x="27" y="84"/>
                  <a:pt x="25" y="95"/>
                  <a:pt x="25" y="107"/>
                </a:cubicBezTo>
                <a:cubicBezTo>
                  <a:pt x="25" y="119"/>
                  <a:pt x="27" y="129"/>
                  <a:pt x="30" y="139"/>
                </a:cubicBezTo>
                <a:cubicBezTo>
                  <a:pt x="34" y="148"/>
                  <a:pt x="39" y="156"/>
                  <a:pt x="46" y="163"/>
                </a:cubicBezTo>
                <a:cubicBezTo>
                  <a:pt x="53" y="169"/>
                  <a:pt x="61" y="174"/>
                  <a:pt x="71" y="178"/>
                </a:cubicBezTo>
                <a:cubicBezTo>
                  <a:pt x="81" y="181"/>
                  <a:pt x="93" y="183"/>
                  <a:pt x="106" y="183"/>
                </a:cubicBezTo>
                <a:cubicBezTo>
                  <a:pt x="110" y="183"/>
                  <a:pt x="115" y="183"/>
                  <a:pt x="121" y="182"/>
                </a:cubicBezTo>
                <a:cubicBezTo>
                  <a:pt x="127" y="181"/>
                  <a:pt x="132" y="179"/>
                  <a:pt x="136" y="177"/>
                </a:cubicBezTo>
                <a:cubicBezTo>
                  <a:pt x="143" y="199"/>
                  <a:pt x="143" y="199"/>
                  <a:pt x="143" y="199"/>
                </a:cubicBezTo>
                <a:cubicBezTo>
                  <a:pt x="137" y="202"/>
                  <a:pt x="131" y="204"/>
                  <a:pt x="124" y="205"/>
                </a:cubicBezTo>
                <a:cubicBezTo>
                  <a:pt x="118" y="206"/>
                  <a:pt x="110" y="207"/>
                  <a:pt x="102" y="207"/>
                </a:cubicBezTo>
                <a:cubicBezTo>
                  <a:pt x="87" y="207"/>
                  <a:pt x="74" y="205"/>
                  <a:pt x="61" y="200"/>
                </a:cubicBezTo>
                <a:cubicBezTo>
                  <a:pt x="49" y="196"/>
                  <a:pt x="38" y="190"/>
                  <a:pt x="29" y="182"/>
                </a:cubicBezTo>
                <a:cubicBezTo>
                  <a:pt x="20" y="173"/>
                  <a:pt x="13" y="163"/>
                  <a:pt x="7" y="151"/>
                </a:cubicBezTo>
                <a:cubicBezTo>
                  <a:pt x="2" y="138"/>
                  <a:pt x="0" y="124"/>
                  <a:pt x="0" y="108"/>
                </a:cubicBezTo>
                <a:cubicBezTo>
                  <a:pt x="0" y="91"/>
                  <a:pt x="3" y="76"/>
                  <a:pt x="9" y="63"/>
                </a:cubicBezTo>
                <a:cubicBezTo>
                  <a:pt x="14" y="50"/>
                  <a:pt x="22" y="38"/>
                  <a:pt x="32" y="29"/>
                </a:cubicBezTo>
                <a:cubicBezTo>
                  <a:pt x="42" y="20"/>
                  <a:pt x="54" y="12"/>
                  <a:pt x="67" y="7"/>
                </a:cubicBezTo>
                <a:cubicBezTo>
                  <a:pt x="80" y="2"/>
                  <a:pt x="94" y="0"/>
                  <a:pt x="109" y="0"/>
                </a:cubicBezTo>
                <a:cubicBezTo>
                  <a:pt x="123" y="0"/>
                  <a:pt x="136" y="2"/>
                  <a:pt x="148" y="6"/>
                </a:cubicBezTo>
                <a:cubicBezTo>
                  <a:pt x="160" y="10"/>
                  <a:pt x="170" y="15"/>
                  <a:pt x="179" y="23"/>
                </a:cubicBezTo>
                <a:cubicBezTo>
                  <a:pt x="188" y="30"/>
                  <a:pt x="195" y="40"/>
                  <a:pt x="200" y="50"/>
                </a:cubicBezTo>
                <a:cubicBezTo>
                  <a:pt x="205" y="61"/>
                  <a:pt x="207" y="74"/>
                  <a:pt x="207" y="87"/>
                </a:cubicBezTo>
                <a:cubicBezTo>
                  <a:pt x="207" y="97"/>
                  <a:pt x="205" y="106"/>
                  <a:pt x="202" y="115"/>
                </a:cubicBezTo>
                <a:cubicBezTo>
                  <a:pt x="199" y="123"/>
                  <a:pt x="194" y="130"/>
                  <a:pt x="188" y="137"/>
                </a:cubicBezTo>
                <a:cubicBezTo>
                  <a:pt x="182" y="143"/>
                  <a:pt x="175" y="148"/>
                  <a:pt x="167" y="151"/>
                </a:cubicBezTo>
                <a:cubicBezTo>
                  <a:pt x="159" y="155"/>
                  <a:pt x="151" y="157"/>
                  <a:pt x="141" y="157"/>
                </a:cubicBezTo>
                <a:cubicBezTo>
                  <a:pt x="138" y="157"/>
                  <a:pt x="134" y="156"/>
                  <a:pt x="131" y="156"/>
                </a:cubicBezTo>
                <a:cubicBezTo>
                  <a:pt x="128" y="155"/>
                  <a:pt x="125" y="153"/>
                  <a:pt x="123" y="151"/>
                </a:cubicBezTo>
                <a:cubicBezTo>
                  <a:pt x="121" y="149"/>
                  <a:pt x="119" y="147"/>
                  <a:pt x="118" y="144"/>
                </a:cubicBezTo>
                <a:cubicBezTo>
                  <a:pt x="117" y="140"/>
                  <a:pt x="116" y="137"/>
                  <a:pt x="117" y="132"/>
                </a:cubicBezTo>
                <a:cubicBezTo>
                  <a:pt x="116" y="132"/>
                  <a:pt x="116" y="132"/>
                  <a:pt x="116" y="132"/>
                </a:cubicBezTo>
                <a:cubicBezTo>
                  <a:pt x="114" y="135"/>
                  <a:pt x="111" y="138"/>
                  <a:pt x="109" y="141"/>
                </a:cubicBezTo>
                <a:cubicBezTo>
                  <a:pt x="106" y="144"/>
                  <a:pt x="103" y="147"/>
                  <a:pt x="100" y="149"/>
                </a:cubicBezTo>
                <a:cubicBezTo>
                  <a:pt x="97" y="152"/>
                  <a:pt x="93" y="153"/>
                  <a:pt x="89" y="155"/>
                </a:cubicBezTo>
                <a:cubicBezTo>
                  <a:pt x="86" y="156"/>
                  <a:pt x="81" y="157"/>
                  <a:pt x="77" y="157"/>
                </a:cubicBezTo>
                <a:cubicBezTo>
                  <a:pt x="73" y="157"/>
                  <a:pt x="70" y="156"/>
                  <a:pt x="66" y="154"/>
                </a:cubicBezTo>
                <a:cubicBezTo>
                  <a:pt x="63" y="153"/>
                  <a:pt x="60" y="151"/>
                  <a:pt x="58" y="148"/>
                </a:cubicBezTo>
                <a:cubicBezTo>
                  <a:pt x="55" y="145"/>
                  <a:pt x="53" y="141"/>
                  <a:pt x="52" y="137"/>
                </a:cubicBezTo>
                <a:cubicBezTo>
                  <a:pt x="51" y="133"/>
                  <a:pt x="50" y="129"/>
                  <a:pt x="50" y="124"/>
                </a:cubicBezTo>
                <a:cubicBezTo>
                  <a:pt x="50" y="114"/>
                  <a:pt x="51" y="105"/>
                  <a:pt x="54" y="96"/>
                </a:cubicBezTo>
                <a:cubicBezTo>
                  <a:pt x="57" y="87"/>
                  <a:pt x="62" y="80"/>
                  <a:pt x="67" y="73"/>
                </a:cubicBezTo>
                <a:cubicBezTo>
                  <a:pt x="72" y="66"/>
                  <a:pt x="78" y="60"/>
                  <a:pt x="85" y="56"/>
                </a:cubicBezTo>
                <a:cubicBezTo>
                  <a:pt x="92" y="52"/>
                  <a:pt x="99" y="50"/>
                  <a:pt x="107" y="50"/>
                </a:cubicBezTo>
                <a:cubicBezTo>
                  <a:pt x="112" y="50"/>
                  <a:pt x="117" y="51"/>
                  <a:pt x="120" y="52"/>
                </a:cubicBezTo>
                <a:cubicBezTo>
                  <a:pt x="124" y="54"/>
                  <a:pt x="127" y="56"/>
                  <a:pt x="130" y="59"/>
                </a:cubicBezTo>
                <a:lnTo>
                  <a:pt x="137" y="51"/>
                </a:lnTo>
                <a:close/>
                <a:moveTo>
                  <a:pt x="123" y="79"/>
                </a:moveTo>
                <a:cubicBezTo>
                  <a:pt x="121" y="77"/>
                  <a:pt x="119" y="76"/>
                  <a:pt x="117" y="75"/>
                </a:cubicBezTo>
                <a:cubicBezTo>
                  <a:pt x="115" y="74"/>
                  <a:pt x="112" y="74"/>
                  <a:pt x="109" y="74"/>
                </a:cubicBezTo>
                <a:cubicBezTo>
                  <a:pt x="104" y="74"/>
                  <a:pt x="100" y="75"/>
                  <a:pt x="96" y="78"/>
                </a:cubicBezTo>
                <a:cubicBezTo>
                  <a:pt x="92" y="80"/>
                  <a:pt x="89" y="83"/>
                  <a:pt x="86" y="88"/>
                </a:cubicBezTo>
                <a:cubicBezTo>
                  <a:pt x="84" y="92"/>
                  <a:pt x="81" y="96"/>
                  <a:pt x="80" y="101"/>
                </a:cubicBezTo>
                <a:cubicBezTo>
                  <a:pt x="78" y="106"/>
                  <a:pt x="78" y="111"/>
                  <a:pt x="78" y="116"/>
                </a:cubicBezTo>
                <a:cubicBezTo>
                  <a:pt x="78" y="121"/>
                  <a:pt x="79" y="125"/>
                  <a:pt x="81" y="128"/>
                </a:cubicBezTo>
                <a:cubicBezTo>
                  <a:pt x="83" y="132"/>
                  <a:pt x="86" y="133"/>
                  <a:pt x="91" y="133"/>
                </a:cubicBezTo>
                <a:cubicBezTo>
                  <a:pt x="93" y="133"/>
                  <a:pt x="96" y="133"/>
                  <a:pt x="98" y="131"/>
                </a:cubicBezTo>
                <a:cubicBezTo>
                  <a:pt x="100" y="130"/>
                  <a:pt x="103" y="128"/>
                  <a:pt x="105" y="126"/>
                </a:cubicBezTo>
                <a:cubicBezTo>
                  <a:pt x="107" y="124"/>
                  <a:pt x="110" y="122"/>
                  <a:pt x="112" y="119"/>
                </a:cubicBezTo>
                <a:cubicBezTo>
                  <a:pt x="114" y="116"/>
                  <a:pt x="116" y="113"/>
                  <a:pt x="117" y="110"/>
                </a:cubicBezTo>
                <a:lnTo>
                  <a:pt x="123" y="7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endParaRPr lang="zh-CN" altLang="en-US" sz="120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4" name="MH_Other_10"/>
          <p:cNvSpPr/>
          <p:nvPr>
            <p:custDataLst>
              <p:tags r:id="rId13"/>
            </p:custDataLst>
          </p:nvPr>
        </p:nvSpPr>
        <p:spPr>
          <a:xfrm>
            <a:off x="9647267"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5" name="MH_SubTitle_4"/>
          <p:cNvSpPr/>
          <p:nvPr>
            <p:custDataLst>
              <p:tags r:id="rId14"/>
            </p:custDataLst>
          </p:nvPr>
        </p:nvSpPr>
        <p:spPr>
          <a:xfrm>
            <a:off x="8783635" y="2325362"/>
            <a:ext cx="2297814" cy="3407537"/>
          </a:xfrm>
          <a:prstGeom prst="rect">
            <a:avLst/>
          </a:prstGeom>
          <a:solidFill>
            <a:srgbClr val="FEFFFF"/>
          </a:solidFill>
          <a:ln w="127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6" name="MH_Other_11"/>
          <p:cNvSpPr/>
          <p:nvPr>
            <p:custDataLst>
              <p:tags r:id="rId15"/>
            </p:custDataLst>
          </p:nvPr>
        </p:nvSpPr>
        <p:spPr>
          <a:xfrm>
            <a:off x="8999663" y="2092491"/>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T</a:t>
            </a:r>
          </a:p>
        </p:txBody>
      </p:sp>
      <p:sp>
        <p:nvSpPr>
          <p:cNvPr id="40" name="KSO_Shape"/>
          <p:cNvSpPr/>
          <p:nvPr/>
        </p:nvSpPr>
        <p:spPr>
          <a:xfrm>
            <a:off x="9899815" y="4551865"/>
            <a:ext cx="557085" cy="466240"/>
          </a:xfrm>
          <a:custGeom>
            <a:avLst/>
            <a:gdLst/>
            <a:ahLst/>
            <a:cxnLst/>
            <a:rect l="l" t="t" r="r" b="b"/>
            <a:pathLst>
              <a:path w="1366582" h="1042046">
                <a:moveTo>
                  <a:pt x="37022" y="792087"/>
                </a:moveTo>
                <a:lnTo>
                  <a:pt x="185104" y="792087"/>
                </a:lnTo>
                <a:cubicBezTo>
                  <a:pt x="205551" y="792087"/>
                  <a:pt x="222126" y="808662"/>
                  <a:pt x="222126" y="829109"/>
                </a:cubicBezTo>
                <a:lnTo>
                  <a:pt x="222126" y="1005022"/>
                </a:lnTo>
                <a:cubicBezTo>
                  <a:pt x="222126" y="1025469"/>
                  <a:pt x="205551" y="1042044"/>
                  <a:pt x="185104" y="1042044"/>
                </a:cubicBezTo>
                <a:lnTo>
                  <a:pt x="37022" y="1042044"/>
                </a:lnTo>
                <a:cubicBezTo>
                  <a:pt x="16575" y="1042044"/>
                  <a:pt x="0" y="1025469"/>
                  <a:pt x="0" y="1005022"/>
                </a:cubicBezTo>
                <a:lnTo>
                  <a:pt x="0" y="829109"/>
                </a:lnTo>
                <a:cubicBezTo>
                  <a:pt x="0" y="808662"/>
                  <a:pt x="16575" y="792087"/>
                  <a:pt x="37022" y="792087"/>
                </a:cubicBezTo>
                <a:close/>
                <a:moveTo>
                  <a:pt x="308442" y="614561"/>
                </a:moveTo>
                <a:lnTo>
                  <a:pt x="456524" y="614561"/>
                </a:lnTo>
                <a:cubicBezTo>
                  <a:pt x="476971" y="614561"/>
                  <a:pt x="493546" y="631136"/>
                  <a:pt x="493546" y="651583"/>
                </a:cubicBezTo>
                <a:lnTo>
                  <a:pt x="493546" y="1005023"/>
                </a:lnTo>
                <a:cubicBezTo>
                  <a:pt x="493546" y="1025470"/>
                  <a:pt x="476971" y="1042045"/>
                  <a:pt x="456524" y="1042045"/>
                </a:cubicBezTo>
                <a:lnTo>
                  <a:pt x="308442" y="1042045"/>
                </a:lnTo>
                <a:cubicBezTo>
                  <a:pt x="287995" y="1042045"/>
                  <a:pt x="271420" y="1025470"/>
                  <a:pt x="271420" y="1005023"/>
                </a:cubicBezTo>
                <a:lnTo>
                  <a:pt x="271420" y="651583"/>
                </a:lnTo>
                <a:cubicBezTo>
                  <a:pt x="271420" y="631136"/>
                  <a:pt x="287995" y="614561"/>
                  <a:pt x="308442" y="614561"/>
                </a:cubicBezTo>
                <a:close/>
                <a:moveTo>
                  <a:pt x="583127" y="432047"/>
                </a:moveTo>
                <a:lnTo>
                  <a:pt x="744271" y="432047"/>
                </a:lnTo>
                <a:cubicBezTo>
                  <a:pt x="766521" y="432047"/>
                  <a:pt x="784558" y="450084"/>
                  <a:pt x="784558" y="472334"/>
                </a:cubicBezTo>
                <a:lnTo>
                  <a:pt x="784558" y="1001758"/>
                </a:lnTo>
                <a:cubicBezTo>
                  <a:pt x="784558" y="1024008"/>
                  <a:pt x="766521" y="1042045"/>
                  <a:pt x="744271" y="1042045"/>
                </a:cubicBezTo>
                <a:lnTo>
                  <a:pt x="583127" y="1042045"/>
                </a:lnTo>
                <a:cubicBezTo>
                  <a:pt x="560877" y="1042045"/>
                  <a:pt x="542840" y="1024008"/>
                  <a:pt x="542840" y="1001758"/>
                </a:cubicBezTo>
                <a:lnTo>
                  <a:pt x="542840" y="472334"/>
                </a:lnTo>
                <a:cubicBezTo>
                  <a:pt x="542840" y="450084"/>
                  <a:pt x="560877" y="432047"/>
                  <a:pt x="583127" y="432047"/>
                </a:cubicBezTo>
                <a:close/>
                <a:moveTo>
                  <a:pt x="874139" y="210194"/>
                </a:moveTo>
                <a:lnTo>
                  <a:pt x="1035283" y="210194"/>
                </a:lnTo>
                <a:cubicBezTo>
                  <a:pt x="1057533" y="210194"/>
                  <a:pt x="1075570" y="228231"/>
                  <a:pt x="1075570" y="250481"/>
                </a:cubicBezTo>
                <a:lnTo>
                  <a:pt x="1075570" y="1001758"/>
                </a:lnTo>
                <a:cubicBezTo>
                  <a:pt x="1075570" y="1024008"/>
                  <a:pt x="1057533" y="1042045"/>
                  <a:pt x="1035283" y="1042045"/>
                </a:cubicBezTo>
                <a:lnTo>
                  <a:pt x="874139" y="1042045"/>
                </a:lnTo>
                <a:cubicBezTo>
                  <a:pt x="851889" y="1042045"/>
                  <a:pt x="833852" y="1024008"/>
                  <a:pt x="833852" y="1001758"/>
                </a:cubicBezTo>
                <a:lnTo>
                  <a:pt x="833852" y="250481"/>
                </a:lnTo>
                <a:cubicBezTo>
                  <a:pt x="833852" y="228231"/>
                  <a:pt x="851889" y="210194"/>
                  <a:pt x="874139" y="210194"/>
                </a:cubicBezTo>
                <a:close/>
                <a:moveTo>
                  <a:pt x="1165151" y="0"/>
                </a:moveTo>
                <a:lnTo>
                  <a:pt x="1326295" y="0"/>
                </a:lnTo>
                <a:cubicBezTo>
                  <a:pt x="1348545" y="0"/>
                  <a:pt x="1366582" y="18037"/>
                  <a:pt x="1366582" y="40287"/>
                </a:cubicBezTo>
                <a:lnTo>
                  <a:pt x="1366582" y="1001759"/>
                </a:lnTo>
                <a:cubicBezTo>
                  <a:pt x="1366582" y="1024009"/>
                  <a:pt x="1348545" y="1042046"/>
                  <a:pt x="1326295" y="1042046"/>
                </a:cubicBezTo>
                <a:lnTo>
                  <a:pt x="1165151" y="1042046"/>
                </a:lnTo>
                <a:cubicBezTo>
                  <a:pt x="1142901" y="1042046"/>
                  <a:pt x="1124864" y="1024009"/>
                  <a:pt x="1124864" y="1001759"/>
                </a:cubicBezTo>
                <a:lnTo>
                  <a:pt x="1124864" y="40287"/>
                </a:lnTo>
                <a:cubicBezTo>
                  <a:pt x="1124864" y="18037"/>
                  <a:pt x="1142901" y="0"/>
                  <a:pt x="1165151" y="0"/>
                </a:cubicBez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41" name="TextBox 40"/>
          <p:cNvSpPr txBox="1"/>
          <p:nvPr/>
        </p:nvSpPr>
        <p:spPr>
          <a:xfrm>
            <a:off x="3862009" y="3449735"/>
            <a:ext cx="1669061" cy="337185"/>
          </a:xfrm>
          <a:prstGeom prst="rect">
            <a:avLst/>
          </a:prstGeom>
          <a:noFill/>
        </p:spPr>
        <p:txBody>
          <a:bodyPr wrap="square">
            <a:spAutoFit/>
          </a:bodyPr>
          <a:lstStyle/>
          <a:p>
            <a:pPr/>
            <a:r>
              <a:rPr sz="1600">
                <a:latin typeface="阿里巴巴普惠体"/>
              </a:rPr>
              <a:t>弱点</a:t>
            </a:r>
          </a:p>
        </p:txBody>
      </p:sp>
      <p:sp>
        <p:nvSpPr>
          <p:cNvPr id="42" name="TextBox 41"/>
          <p:cNvSpPr txBox="1"/>
          <p:nvPr/>
        </p:nvSpPr>
        <p:spPr>
          <a:xfrm>
            <a:off x="3862009" y="3852093"/>
            <a:ext cx="2168922" cy="645160"/>
          </a:xfrm>
          <a:prstGeom prst="rect">
            <a:avLst/>
          </a:prstGeom>
          <a:noFill/>
        </p:spPr>
        <p:txBody>
          <a:bodyPr wrap="square">
            <a:spAutoFit/>
          </a:bodyPr>
          <a:lstStyle/>
          <a:p>
            <a:pPr/>
            <a:r>
              <a:rPr sz="800">
                <a:latin typeface="阿里巴巴普惠体"/>
              </a:rPr>
              <a:t>北北浏览器支持不同终端用户快捷上网，手机浏览器自主研发的</a:t>
            </a:r>
            <a:r>
              <a:rPr sz="800">
                <a:latin typeface="阿里巴巴普惠体"/>
              </a:rPr>
              <a:t>X5</a:t>
            </a:r>
            <a:r>
              <a:rPr sz="800">
                <a:latin typeface="阿里巴巴普惠体"/>
              </a:rPr>
              <a:t>内核在速度、流量节省、稳定性上业内领先，功能全面</a:t>
            </a:r>
          </a:p>
        </p:txBody>
      </p:sp>
      <p:sp>
        <p:nvSpPr>
          <p:cNvPr id="43" name="TextBox 42"/>
          <p:cNvSpPr txBox="1"/>
          <p:nvPr/>
        </p:nvSpPr>
        <p:spPr>
          <a:xfrm>
            <a:off x="6368491" y="3387158"/>
            <a:ext cx="1669061" cy="337185"/>
          </a:xfrm>
          <a:prstGeom prst="rect">
            <a:avLst/>
          </a:prstGeom>
          <a:noFill/>
        </p:spPr>
        <p:txBody>
          <a:bodyPr wrap="square">
            <a:spAutoFit/>
          </a:bodyPr>
          <a:lstStyle/>
          <a:p>
            <a:pPr/>
            <a:r>
              <a:rPr sz="1600">
                <a:latin typeface="阿里巴巴普惠体"/>
              </a:rPr>
              <a:t>机会</a:t>
            </a:r>
          </a:p>
        </p:txBody>
      </p:sp>
      <p:sp>
        <p:nvSpPr>
          <p:cNvPr id="44" name="TextBox 43"/>
          <p:cNvSpPr txBox="1"/>
          <p:nvPr/>
        </p:nvSpPr>
        <p:spPr>
          <a:xfrm>
            <a:off x="6368490" y="3789519"/>
            <a:ext cx="2168922" cy="645160"/>
          </a:xfrm>
          <a:prstGeom prst="rect">
            <a:avLst/>
          </a:prstGeom>
          <a:noFill/>
        </p:spPr>
        <p:txBody>
          <a:bodyPr wrap="square">
            <a:spAutoFit/>
          </a:bodyPr>
          <a:lstStyle/>
          <a:p>
            <a:pPr/>
            <a:r>
              <a:rPr sz="800">
                <a:latin typeface="阿里巴巴普惠体"/>
              </a:rPr>
              <a:t>北北浏览器支持不同终端用户快捷上网，手机浏览器自主研发的</a:t>
            </a:r>
            <a:r>
              <a:rPr sz="800">
                <a:latin typeface="阿里巴巴普惠体"/>
              </a:rPr>
              <a:t>X5</a:t>
            </a:r>
            <a:r>
              <a:rPr sz="800">
                <a:latin typeface="阿里巴巴普惠体"/>
              </a:rPr>
              <a:t>内核在速度、流量节省、稳定性上业内领先，功能全面</a:t>
            </a:r>
          </a:p>
        </p:txBody>
      </p:sp>
      <p:sp>
        <p:nvSpPr>
          <p:cNvPr id="45" name="TextBox 44"/>
          <p:cNvSpPr txBox="1"/>
          <p:nvPr/>
        </p:nvSpPr>
        <p:spPr>
          <a:xfrm>
            <a:off x="1263372" y="3449734"/>
            <a:ext cx="1669061" cy="337185"/>
          </a:xfrm>
          <a:prstGeom prst="rect">
            <a:avLst/>
          </a:prstGeom>
          <a:noFill/>
        </p:spPr>
        <p:txBody>
          <a:bodyPr wrap="square">
            <a:spAutoFit/>
          </a:bodyPr>
          <a:lstStyle/>
          <a:p>
            <a:pPr/>
            <a:r>
              <a:rPr sz="1600">
                <a:latin typeface="阿里巴巴普惠体"/>
              </a:rPr>
              <a:t>优势</a:t>
            </a:r>
          </a:p>
        </p:txBody>
      </p:sp>
      <p:sp>
        <p:nvSpPr>
          <p:cNvPr id="46" name="TextBox 45"/>
          <p:cNvSpPr txBox="1"/>
          <p:nvPr/>
        </p:nvSpPr>
        <p:spPr>
          <a:xfrm>
            <a:off x="1263372" y="3852093"/>
            <a:ext cx="2168922" cy="645160"/>
          </a:xfrm>
          <a:prstGeom prst="rect">
            <a:avLst/>
          </a:prstGeom>
          <a:noFill/>
        </p:spPr>
        <p:txBody>
          <a:bodyPr wrap="square">
            <a:spAutoFit/>
          </a:bodyPr>
          <a:lstStyle/>
          <a:p>
            <a:pPr/>
            <a:r>
              <a:rPr sz="800">
                <a:latin typeface="阿里巴巴普惠体"/>
              </a:rPr>
              <a:t>北北浏览器支持不同终端用户快捷上网，手机浏览器自主研发的</a:t>
            </a:r>
            <a:r>
              <a:rPr sz="800">
                <a:latin typeface="阿里巴巴普惠体"/>
              </a:rPr>
              <a:t>X5</a:t>
            </a:r>
            <a:r>
              <a:rPr sz="800">
                <a:latin typeface="阿里巴巴普惠体"/>
              </a:rPr>
              <a:t>内核在速度、流量节省、稳定性上业内领先，功能全面</a:t>
            </a:r>
          </a:p>
        </p:txBody>
      </p:sp>
      <p:sp>
        <p:nvSpPr>
          <p:cNvPr id="47" name="TextBox 46"/>
          <p:cNvSpPr txBox="1"/>
          <p:nvPr/>
        </p:nvSpPr>
        <p:spPr>
          <a:xfrm>
            <a:off x="8891366" y="3387158"/>
            <a:ext cx="1669061" cy="337185"/>
          </a:xfrm>
          <a:prstGeom prst="rect">
            <a:avLst/>
          </a:prstGeom>
          <a:noFill/>
        </p:spPr>
        <p:txBody>
          <a:bodyPr wrap="square">
            <a:spAutoFit/>
          </a:bodyPr>
          <a:lstStyle/>
          <a:p>
            <a:pPr/>
            <a:r>
              <a:rPr sz="1600">
                <a:latin typeface="阿里巴巴普惠体"/>
              </a:rPr>
              <a:t>威胁</a:t>
            </a:r>
          </a:p>
        </p:txBody>
      </p:sp>
      <p:sp>
        <p:nvSpPr>
          <p:cNvPr id="48" name="TextBox 47"/>
          <p:cNvSpPr txBox="1"/>
          <p:nvPr/>
        </p:nvSpPr>
        <p:spPr>
          <a:xfrm>
            <a:off x="8891366" y="3789519"/>
            <a:ext cx="2168922" cy="645160"/>
          </a:xfrm>
          <a:prstGeom prst="rect">
            <a:avLst/>
          </a:prstGeom>
          <a:noFill/>
        </p:spPr>
        <p:txBody>
          <a:bodyPr wrap="square">
            <a:spAutoFit/>
          </a:bodyPr>
          <a:lstStyle/>
          <a:p>
            <a:pPr/>
            <a:r>
              <a:rPr sz="800">
                <a:latin typeface="阿里巴巴普惠体"/>
              </a:rPr>
              <a:t>北北浏览器支持不同终端用户快捷上网，手机浏览器自主研发的</a:t>
            </a:r>
            <a:r>
              <a:rPr sz="800">
                <a:latin typeface="阿里巴巴普惠体"/>
              </a:rPr>
              <a:t>X5</a:t>
            </a:r>
            <a:r>
              <a:rPr sz="800">
                <a:latin typeface="阿里巴巴普惠体"/>
              </a:rPr>
              <a:t>内核在速度、流量节省、稳定性上业内领先，功能全面</a:t>
            </a:r>
          </a:p>
        </p:txBody>
      </p:sp>
      <p:sp>
        <p:nvSpPr>
          <p:cNvPr id="49" name="TextBox 48"/>
          <p:cNvSpPr txBox="1"/>
          <p:nvPr/>
        </p:nvSpPr>
        <p:spPr>
          <a:xfrm>
            <a:off x="1263375" y="3007765"/>
            <a:ext cx="1825067" cy="398780"/>
          </a:xfrm>
          <a:prstGeom prst="rect">
            <a:avLst/>
          </a:prstGeom>
          <a:noFill/>
        </p:spPr>
        <p:txBody>
          <a:bodyPr wrap="square">
            <a:spAutoFit/>
          </a:bodyPr>
          <a:lstStyle/>
          <a:p>
            <a:pPr/>
            <a:r>
              <a:rPr sz="2000">
                <a:latin typeface="阿里巴巴普惠体"/>
              </a:rPr>
              <a:t>Strengths</a:t>
            </a:r>
          </a:p>
        </p:txBody>
      </p:sp>
      <p:sp>
        <p:nvSpPr>
          <p:cNvPr id="50" name="TextBox 49"/>
          <p:cNvSpPr txBox="1"/>
          <p:nvPr/>
        </p:nvSpPr>
        <p:spPr>
          <a:xfrm>
            <a:off x="3862012" y="3007767"/>
            <a:ext cx="1825067" cy="398780"/>
          </a:xfrm>
          <a:prstGeom prst="rect">
            <a:avLst/>
          </a:prstGeom>
          <a:noFill/>
        </p:spPr>
        <p:txBody>
          <a:bodyPr wrap="square">
            <a:spAutoFit/>
          </a:bodyPr>
          <a:lstStyle/>
          <a:p>
            <a:pPr/>
            <a:r>
              <a:rPr sz="2000">
                <a:latin typeface="阿里巴巴普惠体"/>
              </a:rPr>
              <a:t>Weaknesses</a:t>
            </a:r>
          </a:p>
        </p:txBody>
      </p:sp>
      <p:sp>
        <p:nvSpPr>
          <p:cNvPr id="51" name="TextBox 50"/>
          <p:cNvSpPr txBox="1"/>
          <p:nvPr/>
        </p:nvSpPr>
        <p:spPr>
          <a:xfrm>
            <a:off x="6368493" y="2970219"/>
            <a:ext cx="2118258" cy="398780"/>
          </a:xfrm>
          <a:prstGeom prst="rect">
            <a:avLst/>
          </a:prstGeom>
          <a:noFill/>
        </p:spPr>
        <p:txBody>
          <a:bodyPr wrap="square">
            <a:spAutoFit/>
          </a:bodyPr>
          <a:lstStyle/>
          <a:p>
            <a:pPr/>
            <a:r>
              <a:rPr sz="2000">
                <a:latin typeface="阿里巴巴普惠体"/>
              </a:rPr>
              <a:t>Opportunities</a:t>
            </a:r>
          </a:p>
        </p:txBody>
      </p:sp>
      <p:sp>
        <p:nvSpPr>
          <p:cNvPr id="52" name="TextBox 51"/>
          <p:cNvSpPr txBox="1"/>
          <p:nvPr/>
        </p:nvSpPr>
        <p:spPr>
          <a:xfrm>
            <a:off x="8891368" y="2970220"/>
            <a:ext cx="1825067" cy="398780"/>
          </a:xfrm>
          <a:prstGeom prst="rect">
            <a:avLst/>
          </a:prstGeom>
          <a:noFill/>
        </p:spPr>
        <p:txBody>
          <a:bodyPr wrap="square">
            <a:spAutoFit/>
          </a:bodyPr>
          <a:lstStyle/>
          <a:p>
            <a:pPr/>
            <a:r>
              <a:rPr sz="2000">
                <a:latin typeface="阿里巴巴普惠体"/>
              </a:rPr>
              <a:t>Threats</a:t>
            </a:r>
          </a:p>
        </p:txBody>
      </p:sp>
      <p:sp>
        <p:nvSpPr>
          <p:cNvPr id="53" name="TextBox 52"/>
          <p:cNvSpPr txBox="1"/>
          <p:nvPr/>
        </p:nvSpPr>
        <p:spPr>
          <a:xfrm>
            <a:off x="702174" y="228092"/>
            <a:ext cx="2101850" cy="460375"/>
          </a:xfrm>
          <a:prstGeom prst="rect">
            <a:avLst/>
          </a:prstGeom>
          <a:noFill/>
        </p:spPr>
        <p:txBody>
          <a:bodyPr wrap="square">
            <a:spAutoFit/>
          </a:bodyPr>
          <a:lstStyle/>
          <a:p>
            <a:pPr/>
            <a:r>
              <a:rPr sz="2400">
                <a:latin typeface="阿里巴巴普惠体 Medium"/>
              </a:rPr>
              <a:t>SWTO</a:t>
            </a:r>
            <a:r>
              <a:rPr sz="2400">
                <a:latin typeface="阿里巴巴普惠体 Medium"/>
              </a:rPr>
              <a:t>分析</a:t>
            </a:r>
          </a:p>
        </p:txBody>
      </p:sp>
      <p:sp>
        <p:nvSpPr>
          <p:cNvPr id="73" name="椭圆 2"/>
          <p:cNvSpPr/>
          <p:nvPr>
            <p:custDataLst>
              <p:tags r:id="rId16"/>
            </p:custDataLst>
          </p:nvPr>
        </p:nvSpPr>
        <p:spPr>
          <a:xfrm>
            <a:off x="-252581" y="-281156"/>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17"/>
            </p:custDataLst>
          </p:nvPr>
        </p:nvSpPr>
        <p:spPr>
          <a:xfrm>
            <a:off x="307612" y="221326"/>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1" name="矩形 50"/>
          <p:cNvSpPr/>
          <p:nvPr/>
        </p:nvSpPr>
        <p:spPr>
          <a:xfrm rot="1800000">
            <a:off x="8474281" y="4201294"/>
            <a:ext cx="8464996" cy="2434109"/>
          </a:xfrm>
          <a:custGeom>
            <a:avLst/>
            <a:gdLst>
              <a:gd name="connsiteX0" fmla="*/ 0 w 13677900"/>
              <a:gd name="connsiteY0" fmla="*/ 0 h 2398835"/>
              <a:gd name="connsiteX1" fmla="*/ 13677900 w 13677900"/>
              <a:gd name="connsiteY1" fmla="*/ 0 h 2398835"/>
              <a:gd name="connsiteX2" fmla="*/ 13677900 w 13677900"/>
              <a:gd name="connsiteY2" fmla="*/ 2398835 h 2398835"/>
              <a:gd name="connsiteX3" fmla="*/ 0 w 13677900"/>
              <a:gd name="connsiteY3" fmla="*/ 2398835 h 2398835"/>
              <a:gd name="connsiteX4" fmla="*/ 0 w 13677900"/>
              <a:gd name="connsiteY4" fmla="*/ 0 h 2398835"/>
              <a:gd name="connsiteX0-1" fmla="*/ 0 w 13677900"/>
              <a:gd name="connsiteY0-2" fmla="*/ 34786 h 2433621"/>
              <a:gd name="connsiteX1-3" fmla="*/ 5288705 w 13677900"/>
              <a:gd name="connsiteY1-4" fmla="*/ 0 h 2433621"/>
              <a:gd name="connsiteX2-5" fmla="*/ 13677900 w 13677900"/>
              <a:gd name="connsiteY2-6" fmla="*/ 34786 h 2433621"/>
              <a:gd name="connsiteX3-7" fmla="*/ 13677900 w 13677900"/>
              <a:gd name="connsiteY3-8" fmla="*/ 2433621 h 2433621"/>
              <a:gd name="connsiteX4-9" fmla="*/ 0 w 13677900"/>
              <a:gd name="connsiteY4-10" fmla="*/ 2433621 h 2433621"/>
              <a:gd name="connsiteX5" fmla="*/ 0 w 13677900"/>
              <a:gd name="connsiteY5" fmla="*/ 34786 h 2433621"/>
              <a:gd name="connsiteX0-11" fmla="*/ 0 w 13677900"/>
              <a:gd name="connsiteY0-12" fmla="*/ 34786 h 2434109"/>
              <a:gd name="connsiteX1-13" fmla="*/ 5288705 w 13677900"/>
              <a:gd name="connsiteY1-14" fmla="*/ 0 h 2434109"/>
              <a:gd name="connsiteX2-15" fmla="*/ 13677900 w 13677900"/>
              <a:gd name="connsiteY2-16" fmla="*/ 34786 h 2434109"/>
              <a:gd name="connsiteX3-17" fmla="*/ 13677900 w 13677900"/>
              <a:gd name="connsiteY3-18" fmla="*/ 2433621 h 2434109"/>
              <a:gd name="connsiteX4-19" fmla="*/ 5212904 w 13677900"/>
              <a:gd name="connsiteY4-20" fmla="*/ 2434109 h 2434109"/>
              <a:gd name="connsiteX5-21" fmla="*/ 0 w 13677900"/>
              <a:gd name="connsiteY5-22" fmla="*/ 2433621 h 2434109"/>
              <a:gd name="connsiteX6" fmla="*/ 0 w 13677900"/>
              <a:gd name="connsiteY6" fmla="*/ 34786 h 2434109"/>
              <a:gd name="connsiteX0-23" fmla="*/ 0 w 13677900"/>
              <a:gd name="connsiteY0-24" fmla="*/ 34786 h 2434109"/>
              <a:gd name="connsiteX1-25" fmla="*/ 5288705 w 13677900"/>
              <a:gd name="connsiteY1-26" fmla="*/ 0 h 2434109"/>
              <a:gd name="connsiteX2-27" fmla="*/ 13677900 w 13677900"/>
              <a:gd name="connsiteY2-28" fmla="*/ 34786 h 2434109"/>
              <a:gd name="connsiteX3-29" fmla="*/ 13677900 w 13677900"/>
              <a:gd name="connsiteY3-30" fmla="*/ 2433621 h 2434109"/>
              <a:gd name="connsiteX4-31" fmla="*/ 5212904 w 13677900"/>
              <a:gd name="connsiteY4-32" fmla="*/ 2434109 h 2434109"/>
              <a:gd name="connsiteX5-33" fmla="*/ 0 w 13677900"/>
              <a:gd name="connsiteY5-34" fmla="*/ 34786 h 2434109"/>
              <a:gd name="connsiteX0-35" fmla="*/ 0 w 8464996"/>
              <a:gd name="connsiteY0-36" fmla="*/ 2434109 h 2434109"/>
              <a:gd name="connsiteX1-37" fmla="*/ 75801 w 8464996"/>
              <a:gd name="connsiteY1-38" fmla="*/ 0 h 2434109"/>
              <a:gd name="connsiteX2-39" fmla="*/ 8464996 w 8464996"/>
              <a:gd name="connsiteY2-40" fmla="*/ 34786 h 2434109"/>
              <a:gd name="connsiteX3-41" fmla="*/ 8464996 w 8464996"/>
              <a:gd name="connsiteY3-42" fmla="*/ 2433621 h 2434109"/>
              <a:gd name="connsiteX4-43" fmla="*/ 0 w 8464996"/>
              <a:gd name="connsiteY4-44" fmla="*/ 2434109 h 243410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64996" h="2434109">
                <a:moveTo>
                  <a:pt x="0" y="2434109"/>
                </a:moveTo>
                <a:lnTo>
                  <a:pt x="75801" y="0"/>
                </a:lnTo>
                <a:lnTo>
                  <a:pt x="8464996" y="34786"/>
                </a:lnTo>
                <a:lnTo>
                  <a:pt x="8464996" y="2433621"/>
                </a:lnTo>
                <a:lnTo>
                  <a:pt x="0" y="2434109"/>
                </a:lnTo>
                <a:close/>
              </a:path>
            </a:pathLst>
          </a:custGeom>
          <a:gradFill flip="none" rotWithShape="1">
            <a:gsLst>
              <a:gs pos="0">
                <a:schemeClr val="bg1">
                  <a:lumMod val="85000"/>
                  <a:alpha val="40000"/>
                </a:schemeClr>
              </a:gs>
              <a:gs pos="84600">
                <a:schemeClr val="bg1">
                  <a:lumMod val="95000"/>
                  <a:alpha val="0"/>
                </a:schemeClr>
              </a:gs>
              <a:gs pos="100000">
                <a:schemeClr val="bg1">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23" name="322fd1bd-ba4d-494d-b399-0e943c35d1e4" descr="4AcAAB+LCAAAAAAABADNVU1vozAQ/S/e3RuNCNp+cWNbZcWh20qJtocqBxe7wRU2kTFVqij/vWODAQdoy6WquCTDm5n35os9+qletxSFaMmxVNcMbyTmsaIceSgmKBRllnnoDxOEic1fmZfbAoUP+8at++aeqfQqz3L5H2cl1QEEUwxn1d+w5+Rg7yQDBq/GNoYFWC/W7dMTS+gqpZxazIoJFQmyTDEBhD/zQYBkm1QJWhS14fbxmSaq4xaealRZpBDzx2LxOzg/iyIdzKTxDwcPLWmSC/I1JE/82fx0iGbg0Ly+0I9Lc6zcttI3TDBe8hpmMt/gXcc09ysjIySjXVgsFJUvTUPn2mZ+L5WEBItccqwg4d4//GrLcHYxM7xiQegOIlmyyOl/TVKP3uCE6RfNgJlxa53uMAwtBW4Dqvt+LdpDkdhkVp0tYRMWerOl/wCrCaEYmm8saO0qsGQgLhWqr+3gjZJa0Z2aJkN7dAUMVX5MgaFjUrYKagYO9w9pR+S5LBQHj2nkW7+uhHouguPJPLkcmM3gHIzvCjzukUN2mk67q1PHrKsOVr+gKkoSyFuvcHWAjL13lypqwZjCK5CSc920wC7YUUMt5/40fkul03r5nrj1gLzms6SX9+MPkkENXara/bM3yoV/ppjao8VNOUF1LqcilY41PG+3Ov/g4AcAAA=="/>
          <p:cNvGrpSpPr>
            <a:grpSpLocks noChangeAspect="1"/>
          </p:cNvGrpSpPr>
          <p:nvPr/>
        </p:nvGrpSpPr>
        <p:grpSpPr>
          <a:xfrm>
            <a:off x="2049141" y="1972718"/>
            <a:ext cx="8125301" cy="2518463"/>
            <a:chOff x="2049141" y="2021325"/>
            <a:chExt cx="8125301" cy="2518463"/>
          </a:xfrm>
        </p:grpSpPr>
        <p:sp>
          <p:nvSpPr>
            <p:cNvPr id="25" name="BackShape"/>
            <p:cNvSpPr/>
            <p:nvPr/>
          </p:nvSpPr>
          <p:spPr>
            <a:xfrm>
              <a:off x="7870342" y="2235688"/>
              <a:ext cx="2089734" cy="2089735"/>
            </a:xfrm>
            <a:prstGeom prst="ellipse">
              <a:avLst/>
            </a:prstGeom>
            <a:pattFill prst="dkDnDiag">
              <a:fgClr>
                <a:schemeClr val="bg1">
                  <a:lumMod val="85000"/>
                </a:schemeClr>
              </a:fgClr>
              <a:bgClr>
                <a:schemeClr val="bg1"/>
              </a:bgClr>
            </a:patt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ValueShape"/>
            <p:cNvSpPr/>
            <p:nvPr/>
          </p:nvSpPr>
          <p:spPr>
            <a:xfrm>
              <a:off x="7655980" y="2021325"/>
              <a:ext cx="2518462" cy="2518463"/>
            </a:xfrm>
            <a:prstGeom prst="pie">
              <a:avLst>
                <a:gd name="adj1" fmla="val 16200000"/>
                <a:gd name="adj2" fmla="val 9288000"/>
              </a:avLst>
            </a:prstGeom>
            <a:gradFill>
              <a:gsLst>
                <a:gs pos="0">
                  <a:srgbClr val="D9A87F"/>
                </a:gs>
                <a:gs pos="100000">
                  <a:srgbClr val="AC693C"/>
                </a:gs>
              </a:gsLst>
              <a:lin scaled="1"/>
            </a:gradFill>
            <a:ln w="635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8" name="ValueText"/>
            <p:cNvSpPr txBox="1"/>
            <p:nvPr/>
          </p:nvSpPr>
          <p:spPr>
            <a:xfrm>
              <a:off x="2049141" y="2619305"/>
              <a:ext cx="1610847" cy="1208135"/>
            </a:xfrm>
            <a:prstGeom prst="rect">
              <a:avLst/>
            </a:prstGeom>
            <a:noFill/>
          </p:spPr>
          <p:txBody>
            <a:bodyPr wrap="none" lIns="0" tIns="0" rIns="0" bIns="0">
              <a:prstTxWarp prst="textPlain">
                <a:avLst/>
              </a:prstTxWarp>
              <a:normAutofit/>
            </a:bodyPr>
            <a:lstStyle/>
            <a:p>
              <a:pPr/>
              <a:r>
                <a:rPr lang="en-US" dirty="0">
                  <a:solidFill/>
                  <a:latin typeface="阿里巴巴普惠体 Heavy" panose="00020600040101010101" charset="-122"/>
                  <a:ea typeface="阿里巴巴普惠体 Heavy" panose="00020600040101010101" charset="-122"/>
                </a:rPr>
                <a:t>68%</a:t>
              </a:r>
            </a:p>
          </p:txBody>
        </p:sp>
        <p:cxnSp>
          <p:nvCxnSpPr>
            <p:cNvPr id="29" name="LineShape"/>
            <p:cNvCxnSpPr/>
            <p:nvPr/>
          </p:nvCxnSpPr>
          <p:spPr>
            <a:xfrm flipH="1">
              <a:off x="2049141" y="2377128"/>
              <a:ext cx="5708728" cy="0"/>
            </a:xfrm>
            <a:prstGeom prst="straightConnector1">
              <a:avLst/>
            </a:prstGeom>
            <a:noFill/>
            <a:ln w="12700" cap="flat" cmpd="sng">
              <a:solidFill>
                <a:srgbClr val="D8D8D8"/>
              </a:solidFill>
              <a:prstDash val="solid"/>
              <a:miter/>
              <a:headEnd type="none" w="med" len="med"/>
              <a:tailEnd type="none" w="med" len="med"/>
            </a:ln>
          </p:spPr>
        </p:cxnSp>
        <p:sp>
          <p:nvSpPr>
            <p:cNvPr id="30" name="RelativeShape"/>
            <p:cNvSpPr/>
            <p:nvPr/>
          </p:nvSpPr>
          <p:spPr>
            <a:xfrm>
              <a:off x="4159061" y="2547315"/>
              <a:ext cx="3440682" cy="13521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p>
          </p:txBody>
        </p:sp>
        <p:sp>
          <p:nvSpPr>
            <p:cNvPr id="31" name="IconShape"/>
            <p:cNvSpPr/>
            <p:nvPr/>
          </p:nvSpPr>
          <p:spPr bwMode="auto">
            <a:xfrm>
              <a:off x="4221354"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IconShape"/>
            <p:cNvSpPr/>
            <p:nvPr/>
          </p:nvSpPr>
          <p:spPr bwMode="auto">
            <a:xfrm>
              <a:off x="4922110"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IconShape"/>
            <p:cNvSpPr/>
            <p:nvPr/>
          </p:nvSpPr>
          <p:spPr bwMode="auto">
            <a:xfrm>
              <a:off x="5622866"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IconShape"/>
            <p:cNvSpPr/>
            <p:nvPr/>
          </p:nvSpPr>
          <p:spPr bwMode="auto">
            <a:xfrm>
              <a:off x="6323622"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IconShape"/>
            <p:cNvSpPr/>
            <p:nvPr/>
          </p:nvSpPr>
          <p:spPr bwMode="auto">
            <a:xfrm>
              <a:off x="7024378"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IconShape"/>
            <p:cNvSpPr/>
            <p:nvPr/>
          </p:nvSpPr>
          <p:spPr bwMode="auto">
            <a:xfrm>
              <a:off x="4221354"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IconShape"/>
            <p:cNvSpPr/>
            <p:nvPr/>
          </p:nvSpPr>
          <p:spPr bwMode="auto">
            <a:xfrm>
              <a:off x="4922110"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gradFill flip="none" rotWithShape="1">
              <a:gsLst>
                <a:gs pos="0">
                  <a:schemeClr val="accent1">
                    <a:lumMod val="100000"/>
                  </a:schemeClr>
                </a:gs>
                <a:gs pos="100000">
                  <a:schemeClr val="lt1">
                    <a:lumMod val="85000"/>
                  </a:schemeClr>
                </a:gs>
                <a:gs pos="80000">
                  <a:schemeClr val="accent1">
                    <a:lumMod val="100000"/>
                  </a:schemeClr>
                </a:gs>
                <a:gs pos="80100">
                  <a:schemeClr val="lt1">
                    <a:lumMod val="85000"/>
                  </a:schemeClr>
                </a:gs>
              </a:gsLst>
              <a:lin ang="0" scaled="1"/>
              <a:tileRect/>
            </a:gra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IconShape"/>
            <p:cNvSpPr/>
            <p:nvPr/>
          </p:nvSpPr>
          <p:spPr bwMode="auto">
            <a:xfrm>
              <a:off x="5622866"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IconShape"/>
            <p:cNvSpPr/>
            <p:nvPr/>
          </p:nvSpPr>
          <p:spPr bwMode="auto">
            <a:xfrm>
              <a:off x="6323622"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 name="IconShape"/>
            <p:cNvSpPr/>
            <p:nvPr/>
          </p:nvSpPr>
          <p:spPr bwMode="auto">
            <a:xfrm>
              <a:off x="7024378"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cxnSp>
          <p:nvCxnSpPr>
            <p:cNvPr id="41" name="LineShape"/>
            <p:cNvCxnSpPr/>
            <p:nvPr/>
          </p:nvCxnSpPr>
          <p:spPr>
            <a:xfrm flipH="1">
              <a:off x="2049141" y="4151178"/>
              <a:ext cx="5708728" cy="0"/>
            </a:xfrm>
            <a:prstGeom prst="straightConnector1">
              <a:avLst/>
            </a:prstGeom>
            <a:noFill/>
            <a:ln w="12700" cap="flat" cmpd="sng">
              <a:solidFill>
                <a:srgbClr val="D8D8D8"/>
              </a:solidFill>
              <a:prstDash val="solid"/>
              <a:miter/>
              <a:headEnd type="none" w="med" len="med"/>
              <a:tailEnd type="none" w="med" len="med"/>
            </a:ln>
          </p:spPr>
        </p:cxnSp>
      </p:grpSp>
      <p:grpSp>
        <p:nvGrpSpPr>
          <p:cNvPr id="52" name="组合 51"/>
          <p:cNvGrpSpPr/>
          <p:nvPr/>
        </p:nvGrpSpPr>
        <p:grpSpPr>
          <a:xfrm>
            <a:off x="1992992" y="4370168"/>
            <a:ext cx="8181450" cy="997784"/>
            <a:chOff x="874712" y="3325188"/>
            <a:chExt cx="8181450" cy="997784"/>
          </a:xfrm>
        </p:grpSpPr>
        <p:sp>
          <p:nvSpPr>
            <p:cNvPr id="53" name="矩形 52"/>
            <p:cNvSpPr/>
            <p:nvPr/>
          </p:nvSpPr>
          <p:spPr>
            <a:xfrm>
              <a:off x="874712" y="3677812"/>
              <a:ext cx="8181450" cy="645160"/>
            </a:xfrm>
            <a:prstGeom prst="rect">
              <a:avLst/>
            </a:prstGeom>
          </p:spPr>
          <p:txBody>
            <a:bodyPr wrap="square">
              <a:spAutoFit/>
              <a:scene3d>
                <a:camera prst="orthographicFront"/>
                <a:lightRig rig="threePt" dir="t"/>
              </a:scene3d>
              <a:sp3d contourW="12700"/>
            </a:bodyPr>
            <a:lstStyle/>
            <a:p>
              <a:pPr algn="just">
                <a:lnSpc>
                  <a:spcPct val="150000"/>
                </a:lnSpc>
              </a:pPr>
              <a:r>
                <a:rPr lang="zh-CN" altLang="en-US" sz="1200" dirty="0">
                  <a:solidFill>
                    <a:schemeClr val="tx1">
                      <a:lumMod val="50000"/>
                      <a:lumOff val="50000"/>
                    </a:schemeClr>
                  </a:solidFill>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p>
          </p:txBody>
        </p:sp>
        <p:sp>
          <p:nvSpPr>
            <p:cNvPr id="54" name="矩形 53"/>
            <p:cNvSpPr/>
            <p:nvPr/>
          </p:nvSpPr>
          <p:spPr>
            <a:xfrm>
              <a:off x="874713" y="3325188"/>
              <a:ext cx="2241974" cy="40126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65000"/>
                      <a:lumOff val="35000"/>
                    </a:schemeClr>
                  </a:solidFill>
                </a:rPr>
                <a:t>标题文字添加</a:t>
              </a:r>
            </a:p>
          </p:txBody>
        </p:sp>
      </p:grpSp>
      <p:sp>
        <p:nvSpPr>
          <p:cNvPr id="55" name="TextBox 54"/>
          <p:cNvSpPr txBox="1"/>
          <p:nvPr/>
        </p:nvSpPr>
        <p:spPr>
          <a:xfrm>
            <a:off x="702174" y="228092"/>
            <a:ext cx="1706880" cy="460375"/>
          </a:xfrm>
          <a:prstGeom prst="rect">
            <a:avLst/>
          </a:prstGeom>
          <a:noFill/>
        </p:spPr>
        <p:txBody>
          <a:bodyPr wrap="square">
            <a:spAutoFit/>
          </a:bodyPr>
          <a:lstStyle/>
          <a:p>
            <a:pPr/>
            <a:r>
              <a:rPr sz="2400">
                <a:latin typeface="阿里巴巴普惠体 Medium"/>
              </a:rPr>
              <a:t>行业调研</a:t>
            </a:r>
          </a:p>
        </p:txBody>
      </p:sp>
      <p:sp>
        <p:nvSpPr>
          <p:cNvPr id="73" name="椭圆 2"/>
          <p:cNvSpPr/>
          <p:nvPr>
            <p:custDataLst>
              <p:tags r:id="rId1"/>
            </p:custDataLst>
          </p:nvPr>
        </p:nvSpPr>
        <p:spPr>
          <a:xfrm>
            <a:off x="-252581" y="-281156"/>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2"/>
            </p:custDataLst>
          </p:nvPr>
        </p:nvSpPr>
        <p:spPr>
          <a:xfrm>
            <a:off x="307612" y="221326"/>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EwNDk1ZTA2YmRkN2I3MTJkODVkNDY3ZDNjM2QzYWIifQ=="/>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7ECE7"/>
      </a:dk2>
      <a:lt2>
        <a:srgbClr val="FFFFFF"/>
      </a:lt2>
      <a:accent1>
        <a:srgbClr val="904D54"/>
      </a:accent1>
      <a:accent2>
        <a:srgbClr val="C5B29F"/>
      </a:accent2>
      <a:accent3>
        <a:srgbClr val="A7A6A7"/>
      </a:accent3>
      <a:accent4>
        <a:srgbClr val="A67676"/>
      </a:accent4>
      <a:accent5>
        <a:srgbClr val="C5B29F"/>
      </a:accent5>
      <a:accent6>
        <a:srgbClr val="867891"/>
      </a:accent6>
      <a:hlink>
        <a:srgbClr val="0563C1"/>
      </a:hlink>
      <a:folHlink>
        <a:srgbClr val="954F72"/>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1163</Words>
  <Application>Microsoft Office PowerPoint</Application>
  <PresentationFormat>Widescreen</PresentationFormat>
  <Paragraphs>94</Paragraphs>
  <Slides>8</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8</vt:i4>
      </vt:variant>
    </vt:vector>
  </HeadingPairs>
  <TitlesOfParts>
    <vt:vector size="22" baseType="lpstr">
      <vt:lpstr>等线</vt:lpstr>
      <vt:lpstr>微软雅黑</vt:lpstr>
      <vt:lpstr>思源宋体 CN Heavy</vt:lpstr>
      <vt:lpstr>思源黑体</vt:lpstr>
      <vt:lpstr>阿里巴巴普惠体</vt:lpstr>
      <vt:lpstr>阿里巴巴普惠体 Heavy</vt:lpstr>
      <vt:lpstr>阿里巴巴普惠体 Medium</vt:lpstr>
      <vt:lpstr>Arial</vt:lpstr>
      <vt:lpstr>Century Gothic</vt:lpstr>
      <vt:lpstr>Haettenschweiler</vt:lpstr>
      <vt:lpstr>Open Sans</vt:lpstr>
      <vt:lpstr>第一PPT，www.1ppt.com</vt:lpstr>
      <vt:lpstr>第一PPT，www.1ppt.com ​​</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第一PPT，www.1ppt.com</dc:creator>
  <cp:keywords>www.1ppt.com</cp:keywords>
  <dc:description>第一PPT</dc:description>
  <cp:lastModifiedBy>Xin Guan</cp:lastModifiedBy>
  <cp:revision>48</cp:revision>
  <dcterms:created xsi:type="dcterms:W3CDTF">2022-03-15T03:38:00Z</dcterms:created>
  <dcterms:modified xsi:type="dcterms:W3CDTF">2026-02-03T14:12:02Z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46D692EECEA1447280070A99B5095729</vt:lpwstr>
  </property>
  <property fmtid="{D5CDD505-2E9C-101B-9397-08002B2CF9AE}" pid="3" name="KSOProductBuildVer">
    <vt:lpwstr>2052-11.1.0.11636</vt:lpwstr>
  </property>
  <property fmtid="{D5CDD505-2E9C-101B-9397-08002B2CF9AE}" pid="4" name="commondata">
    <vt:lpwstr>eyJoZGlkIjoiM2YyNDJkZGY5YmVlNDIxMTk3YzRlYTE5NWEyMjRhMzAifQ==</vt:lpwstr>
  </property>
</Properties>
</file>