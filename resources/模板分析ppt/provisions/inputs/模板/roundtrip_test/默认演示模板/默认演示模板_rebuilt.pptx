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演示文稿标题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副标题文本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演讲者姓名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幻灯片标题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要点一：核心内容描述</a:t>
            </a:r>
          </a:p>
          <a:p>
            <a:pPr/>
            <a:r>
              <a:t>要点二：支持性论述</a:t>
            </a:r>
          </a:p>
          <a:p>
            <a:pPr/>
            <a:r>
              <a:t>要点三：关键数据或案例</a:t>
            </a:r>
          </a:p>
          <a:p>
            <a:pPr/>
            <a:r>
              <a:t>要点四：总结性陈述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方案A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▸ 优势一</a:t>
            </a:r>
          </a:p>
          <a:p>
            <a:pPr/>
            <a:r>
              <a:t>▸ 优势二</a:t>
            </a:r>
          </a:p>
          <a:p>
            <a:pPr/>
            <a:r>
              <a:t>▸ 优势三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方案B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▸ 特点一</a:t>
            </a:r>
          </a:p>
          <a:p>
            <a:pPr/>
            <a:r>
              <a:t>▸ 特点二</a:t>
            </a:r>
          </a:p>
          <a:p>
            <a:pPr/>
            <a:r>
              <a:t>▸ 特点三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27432" cy="4754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图表展示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solidFill>
            <a:srgbClr val="F8F8F8"/>
          </a:solidFill>
          <a:ln>
            <a:solidFill>
              <a:srgbClr val="C8C8C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📊 图表/图片区域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图片说明文字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关键要点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核心发现一：重要结论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16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核心发现二：关键洞察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13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86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核心发现三：行动建议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solidFill>
            <a:srgbClr val="E8F4FD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💡 下一步行动建议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问题与讨论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欢迎提出您的问题和想法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03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联系方式: email@example.com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